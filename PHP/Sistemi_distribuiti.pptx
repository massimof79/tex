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4793">
          <p15:clr>
            <a:srgbClr val="A4A3A4"/>
          </p15:clr>
        </p15:guide>
        <p15:guide id="2" orient="horz" pos="2160">
          <p15:clr>
            <a:srgbClr val="A4A3A4"/>
          </p15:clr>
        </p15:guide>
      </p15:sldGuideLst>
    </p:ext>
    <p:ext uri="{2D200454-40CA-4A62-9FC3-DE9A4176ACB9}">
      <p15:notesGuideLst>
        <p15:guide id="1" orient="horz" pos="2880">
          <p15:clr>
            <a:srgbClr val="A4A3A4"/>
          </p15:clr>
        </p15:guide>
        <p15:guide id="2" pos="2160">
          <p15:clr>
            <a:srgbClr val="A4A3A4"/>
          </p15:clr>
        </p15:guide>
      </p15:notesGuideLst>
    </p:ext>
    <p:ext uri="http://customooxmlschemas.google.com/">
      <go:slidesCustomData xmlns:go="http://customooxmlschemas.google.com/" r:id="rId40" roundtripDataSignature="AMtx7mjUqX7KHnQSnnlG1JXBDfE1MbRke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793"/>
        <p:guide pos="2160" orient="horz"/>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it-IT"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 name="Google Shape;71;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 name="Google Shape;72;p1:notes"/>
          <p:cNvSpPr txBox="1"/>
          <p:nvPr>
            <p:ph idx="3" type="hdr"/>
          </p:nvPr>
        </p:nvSpPr>
        <p:spPr>
          <a:xfrm>
            <a:off x="0" y="0"/>
            <a:ext cx="2971800" cy="45878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 name="Google Shape;7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 name="Google Shape;8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22d2710c5fa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 name="Google Shape;88;g22d2710c5fa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22d2710c5fa_0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 name="Google Shape;94;g22d2710c5fa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2d2710c5fa_0_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 name="Google Shape;100;g22d2710c5fa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22d2710c5fa_0_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 name="Google Shape;105;g22d2710c5fa_0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22d2710c5fa_0_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g22d2710c5fa_0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2d2710c5fa_0_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 name="Google Shape;117;g22d2710c5fa_0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22d2710c5fa_0_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 name="Google Shape;123;g22d2710c5fa_0_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22d2710c5fa_0_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0" name="Google Shape;130;g22d2710c5fa_0_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2d2710c5fa_0_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5" name="Google Shape;135;g22d2710c5fa_0_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22d2710c5fa_0_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g22d2710c5fa_0_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2d2710c5fa_0_6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22d2710c5fa_0_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22d2710c5fa_0_7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2" name="Google Shape;152;g22d2710c5fa_0_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2d2710c5fa_0_8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7" name="Google Shape;157;g22d2710c5fa_0_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22d2710c5fa_0_8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3" name="Google Shape;163;g22d2710c5fa_0_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2d2710c5fa_0_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8" name="Google Shape;168;g22d2710c5fa_0_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2d2710c5fa_0_10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5" name="Google Shape;175;g22d2710c5fa_0_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2d2710c5fa_0_1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g22d2710c5fa_0_1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22d8d6ece63_0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9" name="Google Shape;189;g22d8d6ece63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22d2710c5fa_0_1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5" name="Google Shape;195;g22d2710c5fa_0_1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22d2710c5fa_0_1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g22d2710c5fa_0_1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22d2710c5fa_0_1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7" name="Google Shape;207;g22d2710c5fa_0_1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22d2710c5fa_0_1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3" name="Google Shape;213;g22d2710c5fa_0_1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22d2710c5fa_0_17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9" name="Google Shape;219;g22d2710c5fa_0_1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22d2710c5fa_0_1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5" name="Google Shape;225;g22d2710c5fa_0_1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22d2710c5fa_0_18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0" name="Google Shape;230;g22d2710c5fa_0_1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22d2710c5fa_0_19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g22d2710c5fa_0_1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22d2710c5fa_0_2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g22d2710c5fa_0_2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2d2710c5fa_0_20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7" name="Google Shape;247;g22d2710c5fa_0_2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22d2710c5fa_0_2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2" name="Google Shape;252;g22d2710c5fa_0_2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22d2710c5fa_0_2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7" name="Google Shape;257;g22d2710c5fa_0_2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22d2710c5fa_0_2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2" name="Google Shape;262;g22d2710c5fa_0_2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bg>
      <p:bgPr>
        <a:solidFill>
          <a:srgbClr val="45CCCB"/>
        </a:solidFill>
      </p:bgPr>
    </p:bg>
    <p:spTree>
      <p:nvGrpSpPr>
        <p:cNvPr id="16" name="Shape 16"/>
        <p:cNvGrpSpPr/>
        <p:nvPr/>
      </p:nvGrpSpPr>
      <p:grpSpPr>
        <a:xfrm>
          <a:off x="0" y="0"/>
          <a:ext cx="0" cy="0"/>
          <a:chOff x="0" y="0"/>
          <a:chExt cx="0" cy="0"/>
        </a:xfrm>
      </p:grpSpPr>
      <p:sp>
        <p:nvSpPr>
          <p:cNvPr id="17" name="Google Shape;17;p25"/>
          <p:cNvSpPr txBox="1"/>
          <p:nvPr>
            <p:ph type="ctrTitle"/>
          </p:nvPr>
        </p:nvSpPr>
        <p:spPr>
          <a:xfrm>
            <a:off x="695325" y="1989137"/>
            <a:ext cx="9001125" cy="287972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6000"/>
              <a:buFont typeface="Verdana"/>
              <a:buNone/>
              <a:defRPr b="1" sz="6000">
                <a:solidFill>
                  <a:schemeClr val="lt1"/>
                </a:solidFill>
                <a:latin typeface="Verdana"/>
                <a:ea typeface="Verdana"/>
                <a:cs typeface="Verdana"/>
                <a:sym typeface="Verdan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5"/>
          <p:cNvSpPr txBox="1"/>
          <p:nvPr>
            <p:ph idx="1" type="subTitle"/>
          </p:nvPr>
        </p:nvSpPr>
        <p:spPr>
          <a:xfrm>
            <a:off x="695325" y="4868863"/>
            <a:ext cx="9001125" cy="1439862"/>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500"/>
              <a:buNone/>
              <a:defRPr sz="2500">
                <a:solidFill>
                  <a:schemeClr val="lt1"/>
                </a:solidFill>
                <a:latin typeface="Verdana"/>
                <a:ea typeface="Verdana"/>
                <a:cs typeface="Verdana"/>
                <a:sym typeface="Verdana"/>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19" name="Google Shape;19;p25"/>
          <p:cNvPicPr preferRelativeResize="0"/>
          <p:nvPr/>
        </p:nvPicPr>
        <p:blipFill rotWithShape="1">
          <a:blip r:embed="rId2">
            <a:alphaModFix/>
          </a:blip>
          <a:srcRect b="0" l="0" r="0" t="0"/>
          <a:stretch/>
        </p:blipFill>
        <p:spPr>
          <a:xfrm>
            <a:off x="695325" y="549275"/>
            <a:ext cx="803078" cy="588490"/>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guide id="3" pos="2706">
          <p15:clr>
            <a:srgbClr val="FBAE40"/>
          </p15:clr>
        </p15:guide>
        <p15:guide id="4" orient="horz" pos="1253">
          <p15:clr>
            <a:srgbClr val="FBAE40"/>
          </p15:clr>
        </p15:guide>
        <p15:guide id="5" orient="horz" pos="346">
          <p15:clr>
            <a:srgbClr val="FBAE40"/>
          </p15:clr>
        </p15:guide>
        <p15:guide id="6" orient="horz" pos="3067">
          <p15:clr>
            <a:srgbClr val="FBAE40"/>
          </p15:clr>
        </p15:guide>
        <p15:guide id="7" orient="horz" pos="3974">
          <p15:clr>
            <a:srgbClr val="FBAE40"/>
          </p15:clr>
        </p15:guide>
        <p15:guide id="8" pos="1572">
          <p15:clr>
            <a:srgbClr val="FBAE40"/>
          </p15:clr>
        </p15:guide>
        <p15:guide id="9" pos="438">
          <p15:clr>
            <a:srgbClr val="FBAE40"/>
          </p15:clr>
        </p15:guide>
        <p15:guide id="10" pos="4974">
          <p15:clr>
            <a:srgbClr val="FBAE40"/>
          </p15:clr>
        </p15:guide>
        <p15:guide id="11" pos="6108">
          <p15:clr>
            <a:srgbClr val="FBAE40"/>
          </p15:clr>
        </p15:guide>
        <p15:guide id="12" pos="724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sto + 1 Immagine">
  <p:cSld name="Testo + 1 Immagine">
    <p:bg>
      <p:bgPr>
        <a:solidFill>
          <a:schemeClr val="lt1"/>
        </a:solidFill>
      </p:bgPr>
    </p:bg>
    <p:spTree>
      <p:nvGrpSpPr>
        <p:cNvPr id="20" name="Shape 20"/>
        <p:cNvGrpSpPr/>
        <p:nvPr/>
      </p:nvGrpSpPr>
      <p:grpSpPr>
        <a:xfrm>
          <a:off x="0" y="0"/>
          <a:ext cx="0" cy="0"/>
          <a:chOff x="0" y="0"/>
          <a:chExt cx="0" cy="0"/>
        </a:xfrm>
      </p:grpSpPr>
      <p:sp>
        <p:nvSpPr>
          <p:cNvPr id="21" name="Google Shape;21;p26"/>
          <p:cNvSpPr txBox="1"/>
          <p:nvPr>
            <p:ph idx="1" type="body"/>
          </p:nvPr>
        </p:nvSpPr>
        <p:spPr>
          <a:xfrm>
            <a:off x="695324" y="549275"/>
            <a:ext cx="9001125" cy="14398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accent1"/>
              </a:buClr>
              <a:buSzPts val="2400"/>
              <a:buNone/>
              <a:defRPr b="1" sz="2400">
                <a:solidFill>
                  <a:schemeClr val="accent1"/>
                </a:solidFill>
              </a:defRPr>
            </a:lvl1pPr>
            <a:lvl2pPr indent="-342900" lvl="1" marL="914400" algn="l">
              <a:lnSpc>
                <a:spcPct val="90000"/>
              </a:lnSpc>
              <a:spcBef>
                <a:spcPts val="500"/>
              </a:spcBef>
              <a:spcAft>
                <a:spcPts val="0"/>
              </a:spcAft>
              <a:buClr>
                <a:schemeClr val="dk1"/>
              </a:buClr>
              <a:buSzPts val="1800"/>
              <a:buChar char="•"/>
              <a:defRPr/>
            </a:lvl2pPr>
            <a:lvl3pPr indent="-228600" lvl="2" marL="1371600" algn="l">
              <a:lnSpc>
                <a:spcPct val="90000"/>
              </a:lnSpc>
              <a:spcBef>
                <a:spcPts val="500"/>
              </a:spcBef>
              <a:spcAft>
                <a:spcPts val="0"/>
              </a:spcAft>
              <a:buClr>
                <a:schemeClr val="dk1"/>
              </a:buClr>
              <a:buSzPts val="2000"/>
              <a:buNone/>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 name="Google Shape;22;p26"/>
          <p:cNvSpPr txBox="1"/>
          <p:nvPr>
            <p:ph idx="2" type="body"/>
          </p:nvPr>
        </p:nvSpPr>
        <p:spPr>
          <a:xfrm>
            <a:off x="695324" y="1989138"/>
            <a:ext cx="9001125" cy="4319587"/>
          </a:xfrm>
          <a:prstGeom prst="rect">
            <a:avLst/>
          </a:prstGeom>
          <a:noFill/>
          <a:ln>
            <a:noFill/>
          </a:ln>
        </p:spPr>
        <p:txBody>
          <a:bodyPr anchorCtr="0" anchor="t" bIns="45700" lIns="91425" spcFirstLastPara="1" rIns="91425" wrap="square" tIns="45700">
            <a:normAutofit/>
          </a:bodyPr>
          <a:lstStyle>
            <a:lvl1pPr indent="-228600" lvl="0" marL="457200" algn="l">
              <a:lnSpc>
                <a:spcPct val="125000"/>
              </a:lnSpc>
              <a:spcBef>
                <a:spcPts val="1000"/>
              </a:spcBef>
              <a:spcAft>
                <a:spcPts val="0"/>
              </a:spcAft>
              <a:buClr>
                <a:schemeClr val="dk1"/>
              </a:buClr>
              <a:buSzPts val="2400"/>
              <a:buNone/>
              <a:defRPr sz="2400"/>
            </a:lvl1pPr>
            <a:lvl2pPr indent="-342900" lvl="1" marL="914400" algn="l">
              <a:lnSpc>
                <a:spcPct val="90000"/>
              </a:lnSpc>
              <a:spcBef>
                <a:spcPts val="500"/>
              </a:spcBef>
              <a:spcAft>
                <a:spcPts val="0"/>
              </a:spcAft>
              <a:buClr>
                <a:schemeClr val="dk1"/>
              </a:buClr>
              <a:buSzPts val="1800"/>
              <a:buChar char="•"/>
              <a:defRPr/>
            </a:lvl2pPr>
            <a:lvl3pPr indent="-228600" lvl="2" marL="1371600" algn="l">
              <a:lnSpc>
                <a:spcPct val="90000"/>
              </a:lnSpc>
              <a:spcBef>
                <a:spcPts val="500"/>
              </a:spcBef>
              <a:spcAft>
                <a:spcPts val="0"/>
              </a:spcAft>
              <a:buClr>
                <a:schemeClr val="dk1"/>
              </a:buClr>
              <a:buSzPts val="2000"/>
              <a:buNone/>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guide id="3" pos="2706">
          <p15:clr>
            <a:srgbClr val="FBAE40"/>
          </p15:clr>
        </p15:guide>
        <p15:guide id="4" orient="horz" pos="1253">
          <p15:clr>
            <a:srgbClr val="FBAE40"/>
          </p15:clr>
        </p15:guide>
        <p15:guide id="5" orient="horz" pos="346">
          <p15:clr>
            <a:srgbClr val="FBAE40"/>
          </p15:clr>
        </p15:guide>
        <p15:guide id="6" orient="horz" pos="3067">
          <p15:clr>
            <a:srgbClr val="FBAE40"/>
          </p15:clr>
        </p15:guide>
        <p15:guide id="7" orient="horz" pos="3974">
          <p15:clr>
            <a:srgbClr val="FBAE40"/>
          </p15:clr>
        </p15:guide>
        <p15:guide id="8" pos="1572">
          <p15:clr>
            <a:srgbClr val="FBAE40"/>
          </p15:clr>
        </p15:guide>
        <p15:guide id="9" pos="438">
          <p15:clr>
            <a:srgbClr val="FBAE40"/>
          </p15:clr>
        </p15:guide>
        <p15:guide id="10" pos="4974">
          <p15:clr>
            <a:srgbClr val="FBAE40"/>
          </p15:clr>
        </p15:guide>
        <p15:guide id="11" pos="6108">
          <p15:clr>
            <a:srgbClr val="FBAE40"/>
          </p15:clr>
        </p15:guide>
        <p15:guide id="12" pos="724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esto + 1 Immagine">
  <p:cSld name="2_Testo + 1 Immagine">
    <p:bg>
      <p:bgPr>
        <a:solidFill>
          <a:schemeClr val="lt1"/>
        </a:solidFill>
      </p:bgPr>
    </p:bg>
    <p:spTree>
      <p:nvGrpSpPr>
        <p:cNvPr id="23" name="Shape 23"/>
        <p:cNvGrpSpPr/>
        <p:nvPr/>
      </p:nvGrpSpPr>
      <p:grpSpPr>
        <a:xfrm>
          <a:off x="0" y="0"/>
          <a:ext cx="0" cy="0"/>
          <a:chOff x="0" y="0"/>
          <a:chExt cx="0" cy="0"/>
        </a:xfrm>
      </p:grpSpPr>
      <p:sp>
        <p:nvSpPr>
          <p:cNvPr id="24" name="Google Shape;24;p34"/>
          <p:cNvSpPr txBox="1"/>
          <p:nvPr>
            <p:ph idx="1" type="body"/>
          </p:nvPr>
        </p:nvSpPr>
        <p:spPr>
          <a:xfrm>
            <a:off x="695325" y="549275"/>
            <a:ext cx="5040000" cy="14398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accent1"/>
              </a:buClr>
              <a:buSzPts val="2400"/>
              <a:buNone/>
              <a:defRPr b="1" sz="2400">
                <a:solidFill>
                  <a:schemeClr val="accent1"/>
                </a:solidFill>
              </a:defRPr>
            </a:lvl1pPr>
            <a:lvl2pPr indent="-342900" lvl="1" marL="914400" algn="l">
              <a:lnSpc>
                <a:spcPct val="90000"/>
              </a:lnSpc>
              <a:spcBef>
                <a:spcPts val="500"/>
              </a:spcBef>
              <a:spcAft>
                <a:spcPts val="0"/>
              </a:spcAft>
              <a:buClr>
                <a:schemeClr val="dk1"/>
              </a:buClr>
              <a:buSzPts val="1800"/>
              <a:buChar char="•"/>
              <a:defRPr/>
            </a:lvl2pPr>
            <a:lvl3pPr indent="-228600" lvl="2" marL="1371600" algn="l">
              <a:lnSpc>
                <a:spcPct val="90000"/>
              </a:lnSpc>
              <a:spcBef>
                <a:spcPts val="500"/>
              </a:spcBef>
              <a:spcAft>
                <a:spcPts val="0"/>
              </a:spcAft>
              <a:buClr>
                <a:schemeClr val="dk1"/>
              </a:buClr>
              <a:buSzPts val="2000"/>
              <a:buNone/>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p34"/>
          <p:cNvSpPr/>
          <p:nvPr>
            <p:ph idx="2" type="pic"/>
          </p:nvPr>
        </p:nvSpPr>
        <p:spPr>
          <a:xfrm>
            <a:off x="6096000" y="549275"/>
            <a:ext cx="5400675" cy="5759450"/>
          </a:xfrm>
          <a:prstGeom prst="rect">
            <a:avLst/>
          </a:prstGeom>
          <a:noFill/>
          <a:ln>
            <a:noFill/>
          </a:ln>
        </p:spPr>
      </p:sp>
      <p:sp>
        <p:nvSpPr>
          <p:cNvPr id="26" name="Google Shape;26;p34"/>
          <p:cNvSpPr txBox="1"/>
          <p:nvPr>
            <p:ph idx="3" type="body"/>
          </p:nvPr>
        </p:nvSpPr>
        <p:spPr>
          <a:xfrm>
            <a:off x="695325" y="1989138"/>
            <a:ext cx="5040000" cy="4319587"/>
          </a:xfrm>
          <a:prstGeom prst="rect">
            <a:avLst/>
          </a:prstGeom>
          <a:noFill/>
          <a:ln>
            <a:noFill/>
          </a:ln>
        </p:spPr>
        <p:txBody>
          <a:bodyPr anchorCtr="0" anchor="t" bIns="45700" lIns="91425" spcFirstLastPara="1" rIns="91425" wrap="square" tIns="45700">
            <a:normAutofit/>
          </a:bodyPr>
          <a:lstStyle>
            <a:lvl1pPr indent="-228600" lvl="0" marL="457200" algn="l">
              <a:lnSpc>
                <a:spcPct val="125000"/>
              </a:lnSpc>
              <a:spcBef>
                <a:spcPts val="1000"/>
              </a:spcBef>
              <a:spcAft>
                <a:spcPts val="0"/>
              </a:spcAft>
              <a:buClr>
                <a:schemeClr val="dk1"/>
              </a:buClr>
              <a:buSzPts val="2400"/>
              <a:buNone/>
              <a:defRPr sz="2400"/>
            </a:lvl1pPr>
            <a:lvl2pPr indent="-342900" lvl="1" marL="914400" algn="l">
              <a:lnSpc>
                <a:spcPct val="90000"/>
              </a:lnSpc>
              <a:spcBef>
                <a:spcPts val="500"/>
              </a:spcBef>
              <a:spcAft>
                <a:spcPts val="0"/>
              </a:spcAft>
              <a:buClr>
                <a:schemeClr val="dk1"/>
              </a:buClr>
              <a:buSzPts val="1800"/>
              <a:buChar char="•"/>
              <a:defRPr/>
            </a:lvl2pPr>
            <a:lvl3pPr indent="-228600" lvl="2" marL="1371600" algn="l">
              <a:lnSpc>
                <a:spcPct val="90000"/>
              </a:lnSpc>
              <a:spcBef>
                <a:spcPts val="500"/>
              </a:spcBef>
              <a:spcAft>
                <a:spcPts val="0"/>
              </a:spcAft>
              <a:buClr>
                <a:schemeClr val="dk1"/>
              </a:buClr>
              <a:buSzPts val="2000"/>
              <a:buNone/>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guide id="3" pos="2706">
          <p15:clr>
            <a:srgbClr val="FBAE40"/>
          </p15:clr>
        </p15:guide>
        <p15:guide id="4" orient="horz" pos="1253">
          <p15:clr>
            <a:srgbClr val="FBAE40"/>
          </p15:clr>
        </p15:guide>
        <p15:guide id="5" orient="horz" pos="346">
          <p15:clr>
            <a:srgbClr val="FBAE40"/>
          </p15:clr>
        </p15:guide>
        <p15:guide id="6" orient="horz" pos="3067">
          <p15:clr>
            <a:srgbClr val="FBAE40"/>
          </p15:clr>
        </p15:guide>
        <p15:guide id="7" orient="horz" pos="3974">
          <p15:clr>
            <a:srgbClr val="FBAE40"/>
          </p15:clr>
        </p15:guide>
        <p15:guide id="8" pos="1572">
          <p15:clr>
            <a:srgbClr val="FBAE40"/>
          </p15:clr>
        </p15:guide>
        <p15:guide id="9" pos="438">
          <p15:clr>
            <a:srgbClr val="FBAE40"/>
          </p15:clr>
        </p15:guide>
        <p15:guide id="10" pos="4974">
          <p15:clr>
            <a:srgbClr val="FBAE40"/>
          </p15:clr>
        </p15:guide>
        <p15:guide id="11" pos="6108">
          <p15:clr>
            <a:srgbClr val="FBAE40"/>
          </p15:clr>
        </p15:guide>
        <p15:guide id="12" pos="724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esto + 1 Immagine">
  <p:cSld name="1_Testo + 1 Immagine">
    <p:bg>
      <p:bgPr>
        <a:solidFill>
          <a:schemeClr val="lt1"/>
        </a:solidFill>
      </p:bgPr>
    </p:bg>
    <p:spTree>
      <p:nvGrpSpPr>
        <p:cNvPr id="27" name="Shape 27"/>
        <p:cNvGrpSpPr/>
        <p:nvPr/>
      </p:nvGrpSpPr>
      <p:grpSpPr>
        <a:xfrm>
          <a:off x="0" y="0"/>
          <a:ext cx="0" cy="0"/>
          <a:chOff x="0" y="0"/>
          <a:chExt cx="0" cy="0"/>
        </a:xfrm>
      </p:grpSpPr>
      <p:sp>
        <p:nvSpPr>
          <p:cNvPr id="28" name="Google Shape;28;p35"/>
          <p:cNvSpPr txBox="1"/>
          <p:nvPr>
            <p:ph idx="1" type="body"/>
          </p:nvPr>
        </p:nvSpPr>
        <p:spPr>
          <a:xfrm>
            <a:off x="695325" y="549275"/>
            <a:ext cx="5040000" cy="575945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accent1"/>
              </a:buClr>
              <a:buSzPts val="2400"/>
              <a:buNone/>
              <a:defRPr b="1" sz="2400">
                <a:solidFill>
                  <a:schemeClr val="accent1"/>
                </a:solidFill>
              </a:defRPr>
            </a:lvl1pPr>
            <a:lvl2pPr indent="-342900" lvl="1" marL="914400" algn="l">
              <a:lnSpc>
                <a:spcPct val="90000"/>
              </a:lnSpc>
              <a:spcBef>
                <a:spcPts val="500"/>
              </a:spcBef>
              <a:spcAft>
                <a:spcPts val="0"/>
              </a:spcAft>
              <a:buClr>
                <a:schemeClr val="dk1"/>
              </a:buClr>
              <a:buSzPts val="1800"/>
              <a:buChar char="•"/>
              <a:defRPr/>
            </a:lvl2pPr>
            <a:lvl3pPr indent="-228600" lvl="2" marL="1371600" algn="l">
              <a:lnSpc>
                <a:spcPct val="90000"/>
              </a:lnSpc>
              <a:spcBef>
                <a:spcPts val="500"/>
              </a:spcBef>
              <a:spcAft>
                <a:spcPts val="0"/>
              </a:spcAft>
              <a:buClr>
                <a:schemeClr val="dk1"/>
              </a:buClr>
              <a:buSzPts val="2000"/>
              <a:buNone/>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35"/>
          <p:cNvSpPr/>
          <p:nvPr>
            <p:ph idx="2" type="pic"/>
          </p:nvPr>
        </p:nvSpPr>
        <p:spPr>
          <a:xfrm>
            <a:off x="6096000" y="549275"/>
            <a:ext cx="5400675" cy="5759450"/>
          </a:xfrm>
          <a:prstGeom prst="rect">
            <a:avLst/>
          </a:prstGeom>
          <a:noFill/>
          <a:ln>
            <a:noFill/>
          </a:ln>
        </p:spPr>
      </p:sp>
    </p:spTree>
  </p:cSld>
  <p:clrMapOvr>
    <a:masterClrMapping/>
  </p:clrMapOvr>
  <p:extLst>
    <p:ext uri="{DCECCB84-F9BA-43D5-87BE-67443E8EF086}">
      <p15:sldGuideLst>
        <p15:guide id="1" orient="horz" pos="2160">
          <p15:clr>
            <a:srgbClr val="FBAE40"/>
          </p15:clr>
        </p15:guide>
        <p15:guide id="2" pos="3840">
          <p15:clr>
            <a:srgbClr val="FBAE40"/>
          </p15:clr>
        </p15:guide>
        <p15:guide id="3" pos="2706">
          <p15:clr>
            <a:srgbClr val="FBAE40"/>
          </p15:clr>
        </p15:guide>
        <p15:guide id="4" orient="horz" pos="1253">
          <p15:clr>
            <a:srgbClr val="FBAE40"/>
          </p15:clr>
        </p15:guide>
        <p15:guide id="5" orient="horz" pos="346">
          <p15:clr>
            <a:srgbClr val="FBAE40"/>
          </p15:clr>
        </p15:guide>
        <p15:guide id="6" orient="horz" pos="3067">
          <p15:clr>
            <a:srgbClr val="FBAE40"/>
          </p15:clr>
        </p15:guide>
        <p15:guide id="7" orient="horz" pos="3974">
          <p15:clr>
            <a:srgbClr val="FBAE40"/>
          </p15:clr>
        </p15:guide>
        <p15:guide id="8" pos="1572">
          <p15:clr>
            <a:srgbClr val="FBAE40"/>
          </p15:clr>
        </p15:guide>
        <p15:guide id="9" pos="438">
          <p15:clr>
            <a:srgbClr val="FBAE40"/>
          </p15:clr>
        </p15:guide>
        <p15:guide id="10" pos="4974">
          <p15:clr>
            <a:srgbClr val="FBAE40"/>
          </p15:clr>
        </p15:guide>
        <p15:guide id="11" pos="6108">
          <p15:clr>
            <a:srgbClr val="FBAE40"/>
          </p15:clr>
        </p15:guide>
        <p15:guide id="12" pos="724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showMasterSp="0">
  <p:cSld name="2_Title Slide">
    <p:bg>
      <p:bgPr>
        <a:solidFill>
          <a:srgbClr val="45CCCB"/>
        </a:solidFill>
      </p:bgPr>
    </p:bg>
    <p:spTree>
      <p:nvGrpSpPr>
        <p:cNvPr id="30" name="Shape 30"/>
        <p:cNvGrpSpPr/>
        <p:nvPr/>
      </p:nvGrpSpPr>
      <p:grpSpPr>
        <a:xfrm>
          <a:off x="0" y="0"/>
          <a:ext cx="0" cy="0"/>
          <a:chOff x="0" y="0"/>
          <a:chExt cx="0" cy="0"/>
        </a:xfrm>
      </p:grpSpPr>
      <p:sp>
        <p:nvSpPr>
          <p:cNvPr id="31" name="Google Shape;31;p27"/>
          <p:cNvSpPr txBox="1"/>
          <p:nvPr>
            <p:ph type="ctrTitle"/>
          </p:nvPr>
        </p:nvSpPr>
        <p:spPr>
          <a:xfrm>
            <a:off x="695325" y="1989137"/>
            <a:ext cx="9001125" cy="287972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6000"/>
              <a:buFont typeface="Verdana"/>
              <a:buNone/>
              <a:defRPr b="1" sz="6000">
                <a:solidFill>
                  <a:schemeClr val="lt1"/>
                </a:solidFill>
                <a:latin typeface="Verdana"/>
                <a:ea typeface="Verdana"/>
                <a:cs typeface="Verdana"/>
                <a:sym typeface="Verdan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7"/>
          <p:cNvSpPr txBox="1"/>
          <p:nvPr>
            <p:ph idx="1" type="subTitle"/>
          </p:nvPr>
        </p:nvSpPr>
        <p:spPr>
          <a:xfrm>
            <a:off x="695325" y="4868863"/>
            <a:ext cx="9001125" cy="1439862"/>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500"/>
              <a:buNone/>
              <a:defRPr sz="2500">
                <a:solidFill>
                  <a:schemeClr val="lt1"/>
                </a:solidFill>
                <a:latin typeface="Verdana"/>
                <a:ea typeface="Verdana"/>
                <a:cs typeface="Verdana"/>
                <a:sym typeface="Verdana"/>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33" name="Google Shape;33;p27"/>
          <p:cNvPicPr preferRelativeResize="0"/>
          <p:nvPr/>
        </p:nvPicPr>
        <p:blipFill rotWithShape="1">
          <a:blip r:embed="rId2">
            <a:alphaModFix/>
          </a:blip>
          <a:srcRect b="0" l="0" r="0" t="0"/>
          <a:stretch/>
        </p:blipFill>
        <p:spPr>
          <a:xfrm>
            <a:off x="695325" y="549275"/>
            <a:ext cx="803078" cy="588490"/>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guide id="3" pos="2706">
          <p15:clr>
            <a:srgbClr val="FBAE40"/>
          </p15:clr>
        </p15:guide>
        <p15:guide id="4" orient="horz" pos="1253">
          <p15:clr>
            <a:srgbClr val="FBAE40"/>
          </p15:clr>
        </p15:guide>
        <p15:guide id="5" orient="horz" pos="346">
          <p15:clr>
            <a:srgbClr val="FBAE40"/>
          </p15:clr>
        </p15:guide>
        <p15:guide id="6" orient="horz" pos="3067">
          <p15:clr>
            <a:srgbClr val="FBAE40"/>
          </p15:clr>
        </p15:guide>
        <p15:guide id="7" orient="horz" pos="3974">
          <p15:clr>
            <a:srgbClr val="FBAE40"/>
          </p15:clr>
        </p15:guide>
        <p15:guide id="8" pos="1572">
          <p15:clr>
            <a:srgbClr val="FBAE40"/>
          </p15:clr>
        </p15:guide>
        <p15:guide id="9" pos="438">
          <p15:clr>
            <a:srgbClr val="FBAE40"/>
          </p15:clr>
        </p15:guide>
        <p15:guide id="10" pos="4974">
          <p15:clr>
            <a:srgbClr val="FBAE40"/>
          </p15:clr>
        </p15:guide>
        <p15:guide id="11" pos="6108">
          <p15:clr>
            <a:srgbClr val="FBAE40"/>
          </p15:clr>
        </p15:guide>
        <p15:guide id="12" pos="724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showMasterSp="0">
  <p:cSld name="1_Title Slide">
    <p:bg>
      <p:bgPr>
        <a:solidFill>
          <a:srgbClr val="45CCCB"/>
        </a:solidFill>
      </p:bgPr>
    </p:bg>
    <p:spTree>
      <p:nvGrpSpPr>
        <p:cNvPr id="34" name="Shape 34"/>
        <p:cNvGrpSpPr/>
        <p:nvPr/>
      </p:nvGrpSpPr>
      <p:grpSpPr>
        <a:xfrm>
          <a:off x="0" y="0"/>
          <a:ext cx="0" cy="0"/>
          <a:chOff x="0" y="0"/>
          <a:chExt cx="0" cy="0"/>
        </a:xfrm>
      </p:grpSpPr>
      <p:sp>
        <p:nvSpPr>
          <p:cNvPr id="35" name="Google Shape;35;p28"/>
          <p:cNvSpPr txBox="1"/>
          <p:nvPr>
            <p:ph type="ctrTitle"/>
          </p:nvPr>
        </p:nvSpPr>
        <p:spPr>
          <a:xfrm>
            <a:off x="695326" y="1989137"/>
            <a:ext cx="6619874" cy="2879726"/>
          </a:xfrm>
          <a:prstGeom prst="rect">
            <a:avLst/>
          </a:prstGeom>
          <a:noFill/>
          <a:ln>
            <a:noFill/>
          </a:ln>
        </p:spPr>
        <p:txBody>
          <a:bodyPr anchorCtr="0" anchor="ctr" bIns="45700" lIns="91425" spcFirstLastPara="1" rIns="91425" wrap="square" tIns="45700">
            <a:normAutofit/>
          </a:bodyPr>
          <a:lstStyle>
            <a:lvl1pPr lvl="0" algn="l">
              <a:lnSpc>
                <a:spcPct val="127272"/>
              </a:lnSpc>
              <a:spcBef>
                <a:spcPts val="0"/>
              </a:spcBef>
              <a:spcAft>
                <a:spcPts val="0"/>
              </a:spcAft>
              <a:buClr>
                <a:schemeClr val="lt1"/>
              </a:buClr>
              <a:buSzPts val="5500"/>
              <a:buFont typeface="Verdana"/>
              <a:buNone/>
              <a:defRPr b="1" sz="5500">
                <a:solidFill>
                  <a:schemeClr val="lt1"/>
                </a:solidFill>
                <a:latin typeface="Verdana"/>
                <a:ea typeface="Verdana"/>
                <a:cs typeface="Verdana"/>
                <a:sym typeface="Verdan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8"/>
          <p:cNvSpPr txBox="1"/>
          <p:nvPr>
            <p:ph idx="1" type="subTitle"/>
          </p:nvPr>
        </p:nvSpPr>
        <p:spPr>
          <a:xfrm>
            <a:off x="695326" y="4868863"/>
            <a:ext cx="6626012" cy="1439862"/>
          </a:xfrm>
          <a:prstGeom prst="rect">
            <a:avLst/>
          </a:prstGeom>
          <a:noFill/>
          <a:ln>
            <a:noFill/>
          </a:ln>
        </p:spPr>
        <p:txBody>
          <a:bodyPr anchorCtr="0" anchor="b" bIns="45700" lIns="91425" spcFirstLastPara="1" rIns="91425" wrap="square" tIns="45700">
            <a:normAutofit/>
          </a:bodyPr>
          <a:lstStyle>
            <a:lvl1pPr lvl="0" algn="l">
              <a:lnSpc>
                <a:spcPct val="90000"/>
              </a:lnSpc>
              <a:spcBef>
                <a:spcPts val="1000"/>
              </a:spcBef>
              <a:spcAft>
                <a:spcPts val="0"/>
              </a:spcAft>
              <a:buClr>
                <a:schemeClr val="lt1"/>
              </a:buClr>
              <a:buSzPts val="2500"/>
              <a:buNone/>
              <a:defRPr sz="2500">
                <a:solidFill>
                  <a:schemeClr val="lt1"/>
                </a:solidFill>
                <a:latin typeface="Verdana"/>
                <a:ea typeface="Verdana"/>
                <a:cs typeface="Verdana"/>
                <a:sym typeface="Verdana"/>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37" name="Google Shape;37;p28"/>
          <p:cNvPicPr preferRelativeResize="0"/>
          <p:nvPr/>
        </p:nvPicPr>
        <p:blipFill rotWithShape="1">
          <a:blip r:embed="rId2">
            <a:alphaModFix/>
          </a:blip>
          <a:srcRect b="0" l="0" r="0" t="0"/>
          <a:stretch/>
        </p:blipFill>
        <p:spPr>
          <a:xfrm>
            <a:off x="695325" y="549275"/>
            <a:ext cx="803078" cy="588490"/>
          </a:xfrm>
          <a:prstGeom prst="rect">
            <a:avLst/>
          </a:prstGeom>
          <a:noFill/>
          <a:ln>
            <a:noFill/>
          </a:ln>
        </p:spPr>
      </p:pic>
      <p:sp>
        <p:nvSpPr>
          <p:cNvPr id="38" name="Google Shape;38;p28"/>
          <p:cNvSpPr/>
          <p:nvPr>
            <p:ph idx="2" type="pic"/>
          </p:nvPr>
        </p:nvSpPr>
        <p:spPr>
          <a:xfrm>
            <a:off x="7896224" y="0"/>
            <a:ext cx="4295775" cy="6858000"/>
          </a:xfrm>
          <a:prstGeom prst="rect">
            <a:avLst/>
          </a:prstGeom>
          <a:noFill/>
          <a:ln>
            <a:noFill/>
          </a:ln>
        </p:spPr>
      </p:sp>
    </p:spTree>
  </p:cSld>
  <p:clrMapOvr>
    <a:masterClrMapping/>
  </p:clrMapOvr>
  <p:extLst>
    <p:ext uri="{DCECCB84-F9BA-43D5-87BE-67443E8EF086}">
      <p15:sldGuideLst>
        <p15:guide id="1" orient="horz" pos="2160">
          <p15:clr>
            <a:srgbClr val="FBAE40"/>
          </p15:clr>
        </p15:guide>
        <p15:guide id="2" pos="3840">
          <p15:clr>
            <a:srgbClr val="FBAE40"/>
          </p15:clr>
        </p15:guide>
        <p15:guide id="3" pos="2706">
          <p15:clr>
            <a:srgbClr val="FBAE40"/>
          </p15:clr>
        </p15:guide>
        <p15:guide id="4" orient="horz" pos="1253">
          <p15:clr>
            <a:srgbClr val="FBAE40"/>
          </p15:clr>
        </p15:guide>
        <p15:guide id="5" orient="horz" pos="346">
          <p15:clr>
            <a:srgbClr val="FBAE40"/>
          </p15:clr>
        </p15:guide>
        <p15:guide id="6" orient="horz" pos="3067">
          <p15:clr>
            <a:srgbClr val="FBAE40"/>
          </p15:clr>
        </p15:guide>
        <p15:guide id="7" orient="horz" pos="3974">
          <p15:clr>
            <a:srgbClr val="FBAE40"/>
          </p15:clr>
        </p15:guide>
        <p15:guide id="8" pos="1572">
          <p15:clr>
            <a:srgbClr val="FBAE40"/>
          </p15:clr>
        </p15:guide>
        <p15:guide id="9" pos="438">
          <p15:clr>
            <a:srgbClr val="FBAE40"/>
          </p15:clr>
        </p15:guide>
        <p15:guide id="10" pos="4974">
          <p15:clr>
            <a:srgbClr val="FBAE40"/>
          </p15:clr>
        </p15:guide>
        <p15:guide id="11" pos="6108">
          <p15:clr>
            <a:srgbClr val="FBAE40"/>
          </p15:clr>
        </p15:guide>
        <p15:guide id="12" pos="724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itolo + Immagine">
  <p:cSld name="Capitolo + Immagine">
    <p:bg>
      <p:bgPr>
        <a:solidFill>
          <a:schemeClr val="dk2"/>
        </a:solidFill>
      </p:bgPr>
    </p:bg>
    <p:spTree>
      <p:nvGrpSpPr>
        <p:cNvPr id="39" name="Shape 39"/>
        <p:cNvGrpSpPr/>
        <p:nvPr/>
      </p:nvGrpSpPr>
      <p:grpSpPr>
        <a:xfrm>
          <a:off x="0" y="0"/>
          <a:ext cx="0" cy="0"/>
          <a:chOff x="0" y="0"/>
          <a:chExt cx="0" cy="0"/>
        </a:xfrm>
      </p:grpSpPr>
      <p:sp>
        <p:nvSpPr>
          <p:cNvPr id="40" name="Google Shape;40;p29"/>
          <p:cNvSpPr/>
          <p:nvPr>
            <p:ph idx="2" type="pic"/>
          </p:nvPr>
        </p:nvSpPr>
        <p:spPr>
          <a:xfrm>
            <a:off x="6096000" y="0"/>
            <a:ext cx="6096000" cy="6858000"/>
          </a:xfrm>
          <a:prstGeom prst="rect">
            <a:avLst/>
          </a:prstGeom>
          <a:noFill/>
          <a:ln>
            <a:noFill/>
          </a:ln>
        </p:spPr>
      </p:sp>
      <p:sp>
        <p:nvSpPr>
          <p:cNvPr id="41" name="Google Shape;41;p29"/>
          <p:cNvSpPr txBox="1"/>
          <p:nvPr>
            <p:ph idx="1" type="body"/>
          </p:nvPr>
        </p:nvSpPr>
        <p:spPr>
          <a:xfrm>
            <a:off x="695325" y="549275"/>
            <a:ext cx="4532809" cy="575945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rgbClr val="272723"/>
              </a:buClr>
              <a:buSzPts val="4000"/>
              <a:buNone/>
              <a:defRPr b="1" sz="4000">
                <a:solidFill>
                  <a:srgbClr val="272723"/>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guide id="3" pos="2706">
          <p15:clr>
            <a:srgbClr val="FBAE40"/>
          </p15:clr>
        </p15:guide>
        <p15:guide id="4" orient="horz" pos="1253">
          <p15:clr>
            <a:srgbClr val="FBAE40"/>
          </p15:clr>
        </p15:guide>
        <p15:guide id="5" orient="horz" pos="346">
          <p15:clr>
            <a:srgbClr val="FBAE40"/>
          </p15:clr>
        </p15:guide>
        <p15:guide id="6" orient="horz" pos="3067">
          <p15:clr>
            <a:srgbClr val="FBAE40"/>
          </p15:clr>
        </p15:guide>
        <p15:guide id="7" orient="horz" pos="3974">
          <p15:clr>
            <a:srgbClr val="FBAE40"/>
          </p15:clr>
        </p15:guide>
        <p15:guide id="8" pos="1572">
          <p15:clr>
            <a:srgbClr val="FBAE40"/>
          </p15:clr>
        </p15:guide>
        <p15:guide id="9" pos="438">
          <p15:clr>
            <a:srgbClr val="FBAE40"/>
          </p15:clr>
        </p15:guide>
        <p15:guide id="10" pos="4974">
          <p15:clr>
            <a:srgbClr val="FBAE40"/>
          </p15:clr>
        </p15:guide>
        <p15:guide id="11" pos="6108">
          <p15:clr>
            <a:srgbClr val="FBAE40"/>
          </p15:clr>
        </p15:guide>
        <p15:guide id="12" pos="724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apitolo + Immagine">
  <p:cSld name="1_Capitolo + Immagine">
    <p:bg>
      <p:bgPr>
        <a:solidFill>
          <a:schemeClr val="dk2"/>
        </a:solidFill>
      </p:bgPr>
    </p:bg>
    <p:spTree>
      <p:nvGrpSpPr>
        <p:cNvPr id="42" name="Shape 42"/>
        <p:cNvGrpSpPr/>
        <p:nvPr/>
      </p:nvGrpSpPr>
      <p:grpSpPr>
        <a:xfrm>
          <a:off x="0" y="0"/>
          <a:ext cx="0" cy="0"/>
          <a:chOff x="0" y="0"/>
          <a:chExt cx="0" cy="0"/>
        </a:xfrm>
      </p:grpSpPr>
      <p:sp>
        <p:nvSpPr>
          <p:cNvPr id="43" name="Google Shape;43;p30"/>
          <p:cNvSpPr txBox="1"/>
          <p:nvPr>
            <p:ph idx="1" type="body"/>
          </p:nvPr>
        </p:nvSpPr>
        <p:spPr>
          <a:xfrm>
            <a:off x="695325" y="549275"/>
            <a:ext cx="4532809" cy="575945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rgbClr val="272723"/>
              </a:buClr>
              <a:buSzPts val="4000"/>
              <a:buNone/>
              <a:defRPr b="1" sz="4000">
                <a:solidFill>
                  <a:srgbClr val="272723"/>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30"/>
          <p:cNvSpPr/>
          <p:nvPr/>
        </p:nvSpPr>
        <p:spPr>
          <a:xfrm>
            <a:off x="6096000" y="0"/>
            <a:ext cx="6096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sp>
        <p:nvSpPr>
          <p:cNvPr id="45" name="Google Shape;45;p30"/>
          <p:cNvSpPr txBox="1"/>
          <p:nvPr>
            <p:ph idx="2" type="body"/>
          </p:nvPr>
        </p:nvSpPr>
        <p:spPr>
          <a:xfrm>
            <a:off x="6456675" y="549275"/>
            <a:ext cx="5040000" cy="5759449"/>
          </a:xfrm>
          <a:prstGeom prst="rect">
            <a:avLst/>
          </a:prstGeom>
          <a:noFill/>
          <a:ln>
            <a:noFill/>
          </a:ln>
        </p:spPr>
        <p:txBody>
          <a:bodyPr anchorCtr="0" anchor="t" bIns="45700" lIns="91425" spcFirstLastPara="1" rIns="91425" wrap="square" tIns="45700">
            <a:normAutofit/>
          </a:bodyPr>
          <a:lstStyle>
            <a:lvl1pPr indent="-228600" lvl="0" marL="457200" algn="l">
              <a:lnSpc>
                <a:spcPct val="125000"/>
              </a:lnSpc>
              <a:spcBef>
                <a:spcPts val="1000"/>
              </a:spcBef>
              <a:spcAft>
                <a:spcPts val="0"/>
              </a:spcAft>
              <a:buClr>
                <a:schemeClr val="dk1"/>
              </a:buClr>
              <a:buSzPts val="2400"/>
              <a:buNone/>
              <a:defRPr sz="2400"/>
            </a:lvl1pPr>
            <a:lvl2pPr indent="-342900" lvl="1" marL="914400" algn="l">
              <a:lnSpc>
                <a:spcPct val="90000"/>
              </a:lnSpc>
              <a:spcBef>
                <a:spcPts val="500"/>
              </a:spcBef>
              <a:spcAft>
                <a:spcPts val="0"/>
              </a:spcAft>
              <a:buClr>
                <a:schemeClr val="dk1"/>
              </a:buClr>
              <a:buSzPts val="1800"/>
              <a:buChar char="•"/>
              <a:defRPr/>
            </a:lvl2pPr>
            <a:lvl3pPr indent="-228600" lvl="2" marL="1371600" algn="l">
              <a:lnSpc>
                <a:spcPct val="90000"/>
              </a:lnSpc>
              <a:spcBef>
                <a:spcPts val="500"/>
              </a:spcBef>
              <a:spcAft>
                <a:spcPts val="0"/>
              </a:spcAft>
              <a:buClr>
                <a:schemeClr val="dk1"/>
              </a:buClr>
              <a:buSzPts val="2000"/>
              <a:buNone/>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guide id="3" pos="2706">
          <p15:clr>
            <a:srgbClr val="FBAE40"/>
          </p15:clr>
        </p15:guide>
        <p15:guide id="4" orient="horz" pos="1253">
          <p15:clr>
            <a:srgbClr val="FBAE40"/>
          </p15:clr>
        </p15:guide>
        <p15:guide id="5" orient="horz" pos="346">
          <p15:clr>
            <a:srgbClr val="FBAE40"/>
          </p15:clr>
        </p15:guide>
        <p15:guide id="6" orient="horz" pos="3067">
          <p15:clr>
            <a:srgbClr val="FBAE40"/>
          </p15:clr>
        </p15:guide>
        <p15:guide id="7" orient="horz" pos="3974">
          <p15:clr>
            <a:srgbClr val="FBAE40"/>
          </p15:clr>
        </p15:guide>
        <p15:guide id="8" pos="1572">
          <p15:clr>
            <a:srgbClr val="FBAE40"/>
          </p15:clr>
        </p15:guide>
        <p15:guide id="9" pos="438">
          <p15:clr>
            <a:srgbClr val="FBAE40"/>
          </p15:clr>
        </p15:guide>
        <p15:guide id="10" pos="4974">
          <p15:clr>
            <a:srgbClr val="FBAE40"/>
          </p15:clr>
        </p15:guide>
        <p15:guide id="11" pos="6108">
          <p15:clr>
            <a:srgbClr val="FBAE40"/>
          </p15:clr>
        </p15:guide>
        <p15:guide id="12" pos="724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etto chiave 01">
  <p:cSld name="Concetto chiave 01">
    <p:bg>
      <p:bgPr>
        <a:solidFill>
          <a:schemeClr val="dk2"/>
        </a:solidFill>
      </p:bgPr>
    </p:bg>
    <p:spTree>
      <p:nvGrpSpPr>
        <p:cNvPr id="46" name="Shape 46"/>
        <p:cNvGrpSpPr/>
        <p:nvPr/>
      </p:nvGrpSpPr>
      <p:grpSpPr>
        <a:xfrm>
          <a:off x="0" y="0"/>
          <a:ext cx="0" cy="0"/>
          <a:chOff x="0" y="0"/>
          <a:chExt cx="0" cy="0"/>
        </a:xfrm>
      </p:grpSpPr>
      <p:sp>
        <p:nvSpPr>
          <p:cNvPr id="47" name="Google Shape;47;p31"/>
          <p:cNvSpPr txBox="1"/>
          <p:nvPr>
            <p:ph type="ctrTitle"/>
          </p:nvPr>
        </p:nvSpPr>
        <p:spPr>
          <a:xfrm>
            <a:off x="695325" y="549275"/>
            <a:ext cx="10801350" cy="575945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272723"/>
              </a:buClr>
              <a:buSzPts val="4000"/>
              <a:buFont typeface="Verdana"/>
              <a:buNone/>
              <a:defRPr b="1" sz="4000">
                <a:solidFill>
                  <a:srgbClr val="272723"/>
                </a:solidFill>
                <a:latin typeface="Verdana"/>
                <a:ea typeface="Verdana"/>
                <a:cs typeface="Verdana"/>
                <a:sym typeface="Verdan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guide id="3" pos="2706">
          <p15:clr>
            <a:srgbClr val="FBAE40"/>
          </p15:clr>
        </p15:guide>
        <p15:guide id="4" orient="horz" pos="1253">
          <p15:clr>
            <a:srgbClr val="FBAE40"/>
          </p15:clr>
        </p15:guide>
        <p15:guide id="5" orient="horz" pos="346">
          <p15:clr>
            <a:srgbClr val="FBAE40"/>
          </p15:clr>
        </p15:guide>
        <p15:guide id="6" orient="horz" pos="3067">
          <p15:clr>
            <a:srgbClr val="FBAE40"/>
          </p15:clr>
        </p15:guide>
        <p15:guide id="7" orient="horz" pos="3974">
          <p15:clr>
            <a:srgbClr val="FBAE40"/>
          </p15:clr>
        </p15:guide>
        <p15:guide id="8" pos="1572">
          <p15:clr>
            <a:srgbClr val="FBAE40"/>
          </p15:clr>
        </p15:guide>
        <p15:guide id="9" pos="438">
          <p15:clr>
            <a:srgbClr val="FBAE40"/>
          </p15:clr>
        </p15:guide>
        <p15:guide id="10" pos="4974">
          <p15:clr>
            <a:srgbClr val="FBAE40"/>
          </p15:clr>
        </p15:guide>
        <p15:guide id="11" pos="6108">
          <p15:clr>
            <a:srgbClr val="FBAE40"/>
          </p15:clr>
        </p15:guide>
        <p15:guide id="12" pos="724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etto chiave 02">
  <p:cSld name="Concetto chiave 02">
    <p:bg>
      <p:bgPr>
        <a:solidFill>
          <a:schemeClr val="lt1"/>
        </a:solidFill>
      </p:bgPr>
    </p:bg>
    <p:spTree>
      <p:nvGrpSpPr>
        <p:cNvPr id="48" name="Shape 48"/>
        <p:cNvGrpSpPr/>
        <p:nvPr/>
      </p:nvGrpSpPr>
      <p:grpSpPr>
        <a:xfrm>
          <a:off x="0" y="0"/>
          <a:ext cx="0" cy="0"/>
          <a:chOff x="0" y="0"/>
          <a:chExt cx="0" cy="0"/>
        </a:xfrm>
      </p:grpSpPr>
      <p:sp>
        <p:nvSpPr>
          <p:cNvPr id="49" name="Google Shape;49;p32"/>
          <p:cNvSpPr txBox="1"/>
          <p:nvPr>
            <p:ph type="ctrTitle"/>
          </p:nvPr>
        </p:nvSpPr>
        <p:spPr>
          <a:xfrm>
            <a:off x="695325" y="549275"/>
            <a:ext cx="10801350" cy="575945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accent1"/>
              </a:buClr>
              <a:buSzPts val="4000"/>
              <a:buFont typeface="Verdana"/>
              <a:buNone/>
              <a:defRPr b="1" sz="4000">
                <a:solidFill>
                  <a:schemeClr val="accent1"/>
                </a:solidFill>
                <a:latin typeface="Verdana"/>
                <a:ea typeface="Verdana"/>
                <a:cs typeface="Verdana"/>
                <a:sym typeface="Verdan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guide id="3" pos="2706">
          <p15:clr>
            <a:srgbClr val="FBAE40"/>
          </p15:clr>
        </p15:guide>
        <p15:guide id="4" orient="horz" pos="1253">
          <p15:clr>
            <a:srgbClr val="FBAE40"/>
          </p15:clr>
        </p15:guide>
        <p15:guide id="5" orient="horz" pos="346">
          <p15:clr>
            <a:srgbClr val="FBAE40"/>
          </p15:clr>
        </p15:guide>
        <p15:guide id="6" orient="horz" pos="3067">
          <p15:clr>
            <a:srgbClr val="FBAE40"/>
          </p15:clr>
        </p15:guide>
        <p15:guide id="7" orient="horz" pos="3974">
          <p15:clr>
            <a:srgbClr val="FBAE40"/>
          </p15:clr>
        </p15:guide>
        <p15:guide id="8" pos="1572">
          <p15:clr>
            <a:srgbClr val="FBAE40"/>
          </p15:clr>
        </p15:guide>
        <p15:guide id="9" pos="438">
          <p15:clr>
            <a:srgbClr val="FBAE40"/>
          </p15:clr>
        </p15:guide>
        <p15:guide id="10" pos="4974">
          <p15:clr>
            <a:srgbClr val="FBAE40"/>
          </p15:clr>
        </p15:guide>
        <p15:guide id="11" pos="6108">
          <p15:clr>
            <a:srgbClr val="FBAE40"/>
          </p15:clr>
        </p15:guide>
        <p15:guide id="12" pos="724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ella">
  <p:cSld name="Tabella">
    <p:bg>
      <p:bgPr>
        <a:solidFill>
          <a:schemeClr val="lt1"/>
        </a:solidFill>
      </p:bgPr>
    </p:bg>
    <p:spTree>
      <p:nvGrpSpPr>
        <p:cNvPr id="50" name="Shape 50"/>
        <p:cNvGrpSpPr/>
        <p:nvPr/>
      </p:nvGrpSpPr>
      <p:grpSpPr>
        <a:xfrm>
          <a:off x="0" y="0"/>
          <a:ext cx="0" cy="0"/>
          <a:chOff x="0" y="0"/>
          <a:chExt cx="0" cy="0"/>
        </a:xfrm>
      </p:grpSpPr>
      <p:sp>
        <p:nvSpPr>
          <p:cNvPr id="51" name="Google Shape;51;p33"/>
          <p:cNvSpPr txBox="1"/>
          <p:nvPr>
            <p:ph idx="1" type="body"/>
          </p:nvPr>
        </p:nvSpPr>
        <p:spPr>
          <a:xfrm>
            <a:off x="695325" y="549275"/>
            <a:ext cx="5040000" cy="14398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accent1"/>
              </a:buClr>
              <a:buSzPts val="2400"/>
              <a:buNone/>
              <a:defRPr b="1" sz="2400">
                <a:solidFill>
                  <a:schemeClr val="accent1"/>
                </a:solidFill>
              </a:defRPr>
            </a:lvl1pPr>
            <a:lvl2pPr indent="-342900" lvl="1" marL="914400" algn="l">
              <a:lnSpc>
                <a:spcPct val="90000"/>
              </a:lnSpc>
              <a:spcBef>
                <a:spcPts val="500"/>
              </a:spcBef>
              <a:spcAft>
                <a:spcPts val="0"/>
              </a:spcAft>
              <a:buClr>
                <a:schemeClr val="dk1"/>
              </a:buClr>
              <a:buSzPts val="1800"/>
              <a:buChar char="•"/>
              <a:defRPr/>
            </a:lvl2pPr>
            <a:lvl3pPr indent="-228600" lvl="2" marL="1371600" algn="l">
              <a:lnSpc>
                <a:spcPct val="90000"/>
              </a:lnSpc>
              <a:spcBef>
                <a:spcPts val="500"/>
              </a:spcBef>
              <a:spcAft>
                <a:spcPts val="0"/>
              </a:spcAft>
              <a:buClr>
                <a:schemeClr val="dk1"/>
              </a:buClr>
              <a:buSzPts val="2000"/>
              <a:buNone/>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33"/>
          <p:cNvSpPr txBox="1"/>
          <p:nvPr>
            <p:ph idx="2" type="body"/>
          </p:nvPr>
        </p:nvSpPr>
        <p:spPr>
          <a:xfrm>
            <a:off x="6456675" y="549276"/>
            <a:ext cx="5040000" cy="1439862"/>
          </a:xfrm>
          <a:prstGeom prst="rect">
            <a:avLst/>
          </a:prstGeom>
          <a:noFill/>
          <a:ln>
            <a:noFill/>
          </a:ln>
        </p:spPr>
        <p:txBody>
          <a:bodyPr anchorCtr="0" anchor="t" bIns="45700" lIns="91425" spcFirstLastPara="1" rIns="91425" wrap="square" tIns="45700">
            <a:normAutofit/>
          </a:bodyPr>
          <a:lstStyle>
            <a:lvl1pPr indent="-228600" lvl="0" marL="457200" algn="l">
              <a:lnSpc>
                <a:spcPct val="133333"/>
              </a:lnSpc>
              <a:spcBef>
                <a:spcPts val="1000"/>
              </a:spcBef>
              <a:spcAft>
                <a:spcPts val="0"/>
              </a:spcAft>
              <a:buClr>
                <a:schemeClr val="dk1"/>
              </a:buClr>
              <a:buSzPts val="1800"/>
              <a:buNone/>
              <a:defRPr sz="1800"/>
            </a:lvl1pPr>
            <a:lvl2pPr indent="-342900" lvl="1" marL="914400" algn="l">
              <a:lnSpc>
                <a:spcPct val="90000"/>
              </a:lnSpc>
              <a:spcBef>
                <a:spcPts val="500"/>
              </a:spcBef>
              <a:spcAft>
                <a:spcPts val="0"/>
              </a:spcAft>
              <a:buClr>
                <a:schemeClr val="dk1"/>
              </a:buClr>
              <a:buSzPts val="1800"/>
              <a:buChar char="•"/>
              <a:defRPr/>
            </a:lvl2pPr>
            <a:lvl3pPr indent="-228600" lvl="2" marL="1371600" algn="l">
              <a:lnSpc>
                <a:spcPct val="90000"/>
              </a:lnSpc>
              <a:spcBef>
                <a:spcPts val="500"/>
              </a:spcBef>
              <a:spcAft>
                <a:spcPts val="0"/>
              </a:spcAft>
              <a:buClr>
                <a:schemeClr val="dk1"/>
              </a:buClr>
              <a:buSzPts val="2000"/>
              <a:buNone/>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guide id="3" pos="2706">
          <p15:clr>
            <a:srgbClr val="FBAE40"/>
          </p15:clr>
        </p15:guide>
        <p15:guide id="4" orient="horz" pos="1253">
          <p15:clr>
            <a:srgbClr val="FBAE40"/>
          </p15:clr>
        </p15:guide>
        <p15:guide id="5" orient="horz" pos="346">
          <p15:clr>
            <a:srgbClr val="FBAE40"/>
          </p15:clr>
        </p15:guide>
        <p15:guide id="6" orient="horz" pos="3067">
          <p15:clr>
            <a:srgbClr val="FBAE40"/>
          </p15:clr>
        </p15:guide>
        <p15:guide id="7" orient="horz" pos="3974">
          <p15:clr>
            <a:srgbClr val="FBAE40"/>
          </p15:clr>
        </p15:guide>
        <p15:guide id="8" pos="1572">
          <p15:clr>
            <a:srgbClr val="FBAE40"/>
          </p15:clr>
        </p15:guide>
        <p15:guide id="9" pos="438">
          <p15:clr>
            <a:srgbClr val="FBAE40"/>
          </p15:clr>
        </p15:guide>
        <p15:guide id="10" pos="4974">
          <p15:clr>
            <a:srgbClr val="FBAE40"/>
          </p15:clr>
        </p15:guide>
        <p15:guide id="11" pos="6108">
          <p15:clr>
            <a:srgbClr val="FBAE40"/>
          </p15:clr>
        </p15:guide>
        <p15:guide id="12" pos="724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onne Txt + Img">
  <p:cSld name="3 colonne Txt + Img">
    <p:bg>
      <p:bgPr>
        <a:solidFill>
          <a:schemeClr val="lt1"/>
        </a:solidFill>
      </p:bgPr>
    </p:bg>
    <p:spTree>
      <p:nvGrpSpPr>
        <p:cNvPr id="53" name="Shape 53"/>
        <p:cNvGrpSpPr/>
        <p:nvPr/>
      </p:nvGrpSpPr>
      <p:grpSpPr>
        <a:xfrm>
          <a:off x="0" y="0"/>
          <a:ext cx="0" cy="0"/>
          <a:chOff x="0" y="0"/>
          <a:chExt cx="0" cy="0"/>
        </a:xfrm>
      </p:grpSpPr>
      <p:sp>
        <p:nvSpPr>
          <p:cNvPr id="54" name="Google Shape;54;p36"/>
          <p:cNvSpPr/>
          <p:nvPr>
            <p:ph idx="2" type="pic"/>
          </p:nvPr>
        </p:nvSpPr>
        <p:spPr>
          <a:xfrm>
            <a:off x="695325" y="1484313"/>
            <a:ext cx="3240000" cy="1945305"/>
          </a:xfrm>
          <a:prstGeom prst="rect">
            <a:avLst/>
          </a:prstGeom>
          <a:noFill/>
          <a:ln>
            <a:noFill/>
          </a:ln>
        </p:spPr>
      </p:sp>
      <p:sp>
        <p:nvSpPr>
          <p:cNvPr id="55" name="Google Shape;55;p36"/>
          <p:cNvSpPr txBox="1"/>
          <p:nvPr>
            <p:ph idx="1" type="body"/>
          </p:nvPr>
        </p:nvSpPr>
        <p:spPr>
          <a:xfrm>
            <a:off x="695325" y="3855458"/>
            <a:ext cx="3240000" cy="2453267"/>
          </a:xfrm>
          <a:prstGeom prst="rect">
            <a:avLst/>
          </a:prstGeom>
          <a:noFill/>
          <a:ln>
            <a:noFill/>
          </a:ln>
        </p:spPr>
        <p:txBody>
          <a:bodyPr anchorCtr="0" anchor="t" bIns="45700" lIns="91425" spcFirstLastPara="1" rIns="91425" wrap="square" tIns="45700">
            <a:normAutofit/>
          </a:bodyPr>
          <a:lstStyle>
            <a:lvl1pPr indent="-228600" lvl="0" marL="457200" algn="l">
              <a:lnSpc>
                <a:spcPct val="122222"/>
              </a:lnSpc>
              <a:spcBef>
                <a:spcPts val="1000"/>
              </a:spcBef>
              <a:spcAft>
                <a:spcPts val="0"/>
              </a:spcAft>
              <a:buClr>
                <a:schemeClr val="dk1"/>
              </a:buClr>
              <a:buSzPts val="1800"/>
              <a:buNone/>
              <a:defRPr sz="1800"/>
            </a:lvl1pPr>
            <a:lvl2pPr indent="-342900" lvl="1" marL="914400" algn="l">
              <a:lnSpc>
                <a:spcPct val="90000"/>
              </a:lnSpc>
              <a:spcBef>
                <a:spcPts val="500"/>
              </a:spcBef>
              <a:spcAft>
                <a:spcPts val="0"/>
              </a:spcAft>
              <a:buClr>
                <a:schemeClr val="dk1"/>
              </a:buClr>
              <a:buSzPts val="1800"/>
              <a:buChar char="•"/>
              <a:defRPr/>
            </a:lvl2pPr>
            <a:lvl3pPr indent="-228600" lvl="2" marL="1371600" algn="l">
              <a:lnSpc>
                <a:spcPct val="90000"/>
              </a:lnSpc>
              <a:spcBef>
                <a:spcPts val="500"/>
              </a:spcBef>
              <a:spcAft>
                <a:spcPts val="0"/>
              </a:spcAft>
              <a:buClr>
                <a:schemeClr val="dk1"/>
              </a:buClr>
              <a:buSzPts val="2000"/>
              <a:buNone/>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36"/>
          <p:cNvSpPr/>
          <p:nvPr>
            <p:ph idx="3" type="pic"/>
          </p:nvPr>
        </p:nvSpPr>
        <p:spPr>
          <a:xfrm>
            <a:off x="4495800" y="1484313"/>
            <a:ext cx="3240000" cy="1945306"/>
          </a:xfrm>
          <a:prstGeom prst="rect">
            <a:avLst/>
          </a:prstGeom>
          <a:noFill/>
          <a:ln>
            <a:noFill/>
          </a:ln>
        </p:spPr>
      </p:sp>
      <p:sp>
        <p:nvSpPr>
          <p:cNvPr id="57" name="Google Shape;57;p36"/>
          <p:cNvSpPr txBox="1"/>
          <p:nvPr>
            <p:ph idx="4" type="body"/>
          </p:nvPr>
        </p:nvSpPr>
        <p:spPr>
          <a:xfrm>
            <a:off x="4495800" y="3855458"/>
            <a:ext cx="3240000" cy="2453267"/>
          </a:xfrm>
          <a:prstGeom prst="rect">
            <a:avLst/>
          </a:prstGeom>
          <a:noFill/>
          <a:ln>
            <a:noFill/>
          </a:ln>
        </p:spPr>
        <p:txBody>
          <a:bodyPr anchorCtr="0" anchor="t" bIns="45700" lIns="91425" spcFirstLastPara="1" rIns="91425" wrap="square" tIns="45700">
            <a:normAutofit/>
          </a:bodyPr>
          <a:lstStyle>
            <a:lvl1pPr indent="-228600" lvl="0" marL="457200" algn="l">
              <a:lnSpc>
                <a:spcPct val="122222"/>
              </a:lnSpc>
              <a:spcBef>
                <a:spcPts val="1000"/>
              </a:spcBef>
              <a:spcAft>
                <a:spcPts val="0"/>
              </a:spcAft>
              <a:buClr>
                <a:schemeClr val="dk1"/>
              </a:buClr>
              <a:buSzPts val="1800"/>
              <a:buNone/>
              <a:defRPr sz="1800"/>
            </a:lvl1pPr>
            <a:lvl2pPr indent="-342900" lvl="1" marL="914400" algn="l">
              <a:lnSpc>
                <a:spcPct val="90000"/>
              </a:lnSpc>
              <a:spcBef>
                <a:spcPts val="500"/>
              </a:spcBef>
              <a:spcAft>
                <a:spcPts val="0"/>
              </a:spcAft>
              <a:buClr>
                <a:schemeClr val="dk1"/>
              </a:buClr>
              <a:buSzPts val="1800"/>
              <a:buChar char="•"/>
              <a:defRPr/>
            </a:lvl2pPr>
            <a:lvl3pPr indent="-228600" lvl="2" marL="1371600" algn="l">
              <a:lnSpc>
                <a:spcPct val="90000"/>
              </a:lnSpc>
              <a:spcBef>
                <a:spcPts val="500"/>
              </a:spcBef>
              <a:spcAft>
                <a:spcPts val="0"/>
              </a:spcAft>
              <a:buClr>
                <a:schemeClr val="dk1"/>
              </a:buClr>
              <a:buSzPts val="2000"/>
              <a:buNone/>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36"/>
          <p:cNvSpPr/>
          <p:nvPr>
            <p:ph idx="5" type="pic"/>
          </p:nvPr>
        </p:nvSpPr>
        <p:spPr>
          <a:xfrm>
            <a:off x="8257520" y="1484313"/>
            <a:ext cx="3240000" cy="1945306"/>
          </a:xfrm>
          <a:prstGeom prst="rect">
            <a:avLst/>
          </a:prstGeom>
          <a:noFill/>
          <a:ln>
            <a:noFill/>
          </a:ln>
        </p:spPr>
      </p:sp>
      <p:sp>
        <p:nvSpPr>
          <p:cNvPr id="59" name="Google Shape;59;p36"/>
          <p:cNvSpPr txBox="1"/>
          <p:nvPr>
            <p:ph idx="6" type="body"/>
          </p:nvPr>
        </p:nvSpPr>
        <p:spPr>
          <a:xfrm>
            <a:off x="8257520" y="3855458"/>
            <a:ext cx="3240000" cy="2453267"/>
          </a:xfrm>
          <a:prstGeom prst="rect">
            <a:avLst/>
          </a:prstGeom>
          <a:noFill/>
          <a:ln>
            <a:noFill/>
          </a:ln>
        </p:spPr>
        <p:txBody>
          <a:bodyPr anchorCtr="0" anchor="t" bIns="45700" lIns="91425" spcFirstLastPara="1" rIns="91425" wrap="square" tIns="45700">
            <a:normAutofit/>
          </a:bodyPr>
          <a:lstStyle>
            <a:lvl1pPr indent="-228600" lvl="0" marL="457200" algn="l">
              <a:lnSpc>
                <a:spcPct val="122222"/>
              </a:lnSpc>
              <a:spcBef>
                <a:spcPts val="1000"/>
              </a:spcBef>
              <a:spcAft>
                <a:spcPts val="0"/>
              </a:spcAft>
              <a:buClr>
                <a:schemeClr val="dk1"/>
              </a:buClr>
              <a:buSzPts val="1800"/>
              <a:buNone/>
              <a:defRPr sz="1800"/>
            </a:lvl1pPr>
            <a:lvl2pPr indent="-342900" lvl="1" marL="914400" algn="l">
              <a:lnSpc>
                <a:spcPct val="90000"/>
              </a:lnSpc>
              <a:spcBef>
                <a:spcPts val="500"/>
              </a:spcBef>
              <a:spcAft>
                <a:spcPts val="0"/>
              </a:spcAft>
              <a:buClr>
                <a:schemeClr val="dk1"/>
              </a:buClr>
              <a:buSzPts val="1800"/>
              <a:buChar char="•"/>
              <a:defRPr/>
            </a:lvl2pPr>
            <a:lvl3pPr indent="-228600" lvl="2" marL="1371600" algn="l">
              <a:lnSpc>
                <a:spcPct val="90000"/>
              </a:lnSpc>
              <a:spcBef>
                <a:spcPts val="500"/>
              </a:spcBef>
              <a:spcAft>
                <a:spcPts val="0"/>
              </a:spcAft>
              <a:buClr>
                <a:schemeClr val="dk1"/>
              </a:buClr>
              <a:buSzPts val="2000"/>
              <a:buNone/>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 name="Google Shape;60;p36"/>
          <p:cNvSpPr txBox="1"/>
          <p:nvPr>
            <p:ph idx="7" type="body"/>
          </p:nvPr>
        </p:nvSpPr>
        <p:spPr>
          <a:xfrm>
            <a:off x="695325" y="548493"/>
            <a:ext cx="10801350" cy="46750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accent1"/>
              </a:buClr>
              <a:buSzPts val="2400"/>
              <a:buNone/>
              <a:defRPr b="1" sz="2400">
                <a:solidFill>
                  <a:schemeClr val="accent1"/>
                </a:solidFill>
              </a:defRPr>
            </a:lvl1pPr>
            <a:lvl2pPr indent="-342900" lvl="1" marL="914400" algn="l">
              <a:lnSpc>
                <a:spcPct val="90000"/>
              </a:lnSpc>
              <a:spcBef>
                <a:spcPts val="500"/>
              </a:spcBef>
              <a:spcAft>
                <a:spcPts val="0"/>
              </a:spcAft>
              <a:buClr>
                <a:schemeClr val="dk1"/>
              </a:buClr>
              <a:buSzPts val="1800"/>
              <a:buChar char="•"/>
              <a:defRPr/>
            </a:lvl2pPr>
            <a:lvl3pPr indent="-228600" lvl="2" marL="1371600" algn="l">
              <a:lnSpc>
                <a:spcPct val="90000"/>
              </a:lnSpc>
              <a:spcBef>
                <a:spcPts val="500"/>
              </a:spcBef>
              <a:spcAft>
                <a:spcPts val="0"/>
              </a:spcAft>
              <a:buClr>
                <a:schemeClr val="dk1"/>
              </a:buClr>
              <a:buSzPts val="2000"/>
              <a:buNone/>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extLst>
    <p:ext uri="{DCECCB84-F9BA-43D5-87BE-67443E8EF086}">
      <p15:sldGuideLst>
        <p15:guide id="1" orient="horz" pos="640">
          <p15:clr>
            <a:srgbClr val="FBAE40"/>
          </p15:clr>
        </p15:guide>
        <p15:guide id="2" pos="2819">
          <p15:clr>
            <a:srgbClr val="FBAE40"/>
          </p15:clr>
        </p15:guide>
        <p15:guide id="3" pos="2479">
          <p15:clr>
            <a:srgbClr val="FBAE40"/>
          </p15:clr>
        </p15:guide>
        <p15:guide id="4" orient="horz" pos="1253">
          <p15:clr>
            <a:srgbClr val="FBAE40"/>
          </p15:clr>
        </p15:guide>
        <p15:guide id="5" orient="horz" pos="346">
          <p15:clr>
            <a:srgbClr val="FBAE40"/>
          </p15:clr>
        </p15:guide>
        <p15:guide id="6" orient="horz" pos="3067">
          <p15:clr>
            <a:srgbClr val="FBAE40"/>
          </p15:clr>
        </p15:guide>
        <p15:guide id="7" orient="horz" pos="3974">
          <p15:clr>
            <a:srgbClr val="FBAE40"/>
          </p15:clr>
        </p15:guide>
        <p15:guide id="8" pos="438">
          <p15:clr>
            <a:srgbClr val="FBAE40"/>
          </p15:clr>
        </p15:guide>
        <p15:guide id="9" pos="5201">
          <p15:clr>
            <a:srgbClr val="FBAE40"/>
          </p15:clr>
        </p15:guide>
        <p15:guide id="10" pos="4883">
          <p15:clr>
            <a:srgbClr val="FBAE40"/>
          </p15:clr>
        </p15:guide>
        <p15:guide id="11" pos="7242">
          <p15:clr>
            <a:srgbClr val="FBAE40"/>
          </p15:clr>
        </p15:guide>
        <p15:guide id="12" orient="horz" pos="2160">
          <p15:clr>
            <a:srgbClr val="FBAE40"/>
          </p15:clr>
        </p15:guide>
        <p15:guide id="13" orient="horz" pos="935">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etto + Immagine">
  <p:cSld name="Titoletto + Immagine">
    <p:bg>
      <p:bgPr>
        <a:solidFill>
          <a:schemeClr val="lt1"/>
        </a:solidFill>
      </p:bgPr>
    </p:bg>
    <p:spTree>
      <p:nvGrpSpPr>
        <p:cNvPr id="61" name="Shape 61"/>
        <p:cNvGrpSpPr/>
        <p:nvPr/>
      </p:nvGrpSpPr>
      <p:grpSpPr>
        <a:xfrm>
          <a:off x="0" y="0"/>
          <a:ext cx="0" cy="0"/>
          <a:chOff x="0" y="0"/>
          <a:chExt cx="0" cy="0"/>
        </a:xfrm>
      </p:grpSpPr>
      <p:sp>
        <p:nvSpPr>
          <p:cNvPr id="62" name="Google Shape;62;p37"/>
          <p:cNvSpPr/>
          <p:nvPr>
            <p:ph idx="2" type="pic"/>
          </p:nvPr>
        </p:nvSpPr>
        <p:spPr>
          <a:xfrm>
            <a:off x="695325" y="1484313"/>
            <a:ext cx="10801350" cy="4824412"/>
          </a:xfrm>
          <a:prstGeom prst="rect">
            <a:avLst/>
          </a:prstGeom>
          <a:noFill/>
          <a:ln>
            <a:noFill/>
          </a:ln>
        </p:spPr>
      </p:sp>
      <p:sp>
        <p:nvSpPr>
          <p:cNvPr id="63" name="Google Shape;63;p37"/>
          <p:cNvSpPr txBox="1"/>
          <p:nvPr>
            <p:ph idx="1" type="body"/>
          </p:nvPr>
        </p:nvSpPr>
        <p:spPr>
          <a:xfrm>
            <a:off x="695325" y="548493"/>
            <a:ext cx="10801350" cy="46750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accent1"/>
              </a:buClr>
              <a:buSzPts val="2000"/>
              <a:buNone/>
              <a:defRPr b="1" sz="2000">
                <a:solidFill>
                  <a:schemeClr val="accent1"/>
                </a:solidFill>
              </a:defRPr>
            </a:lvl1pPr>
            <a:lvl2pPr indent="-342900" lvl="1" marL="914400" algn="l">
              <a:lnSpc>
                <a:spcPct val="90000"/>
              </a:lnSpc>
              <a:spcBef>
                <a:spcPts val="500"/>
              </a:spcBef>
              <a:spcAft>
                <a:spcPts val="0"/>
              </a:spcAft>
              <a:buClr>
                <a:schemeClr val="dk1"/>
              </a:buClr>
              <a:buSzPts val="1800"/>
              <a:buChar char="•"/>
              <a:defRPr/>
            </a:lvl2pPr>
            <a:lvl3pPr indent="-228600" lvl="2" marL="1371600" algn="l">
              <a:lnSpc>
                <a:spcPct val="90000"/>
              </a:lnSpc>
              <a:spcBef>
                <a:spcPts val="500"/>
              </a:spcBef>
              <a:spcAft>
                <a:spcPts val="0"/>
              </a:spcAft>
              <a:buClr>
                <a:schemeClr val="dk1"/>
              </a:buClr>
              <a:buSzPts val="2000"/>
              <a:buNone/>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extLst>
    <p:ext uri="{DCECCB84-F9BA-43D5-87BE-67443E8EF086}">
      <p15:sldGuideLst>
        <p15:guide id="1" orient="horz" pos="640">
          <p15:clr>
            <a:srgbClr val="FBAE40"/>
          </p15:clr>
        </p15:guide>
        <p15:guide id="2" orient="horz" pos="346">
          <p15:clr>
            <a:srgbClr val="FBAE40"/>
          </p15:clr>
        </p15:guide>
        <p15:guide id="3" orient="horz" pos="3974">
          <p15:clr>
            <a:srgbClr val="FBAE40"/>
          </p15:clr>
        </p15:guide>
        <p15:guide id="4" pos="438">
          <p15:clr>
            <a:srgbClr val="FBAE40"/>
          </p15:clr>
        </p15:guide>
        <p15:guide id="5" pos="7242">
          <p15:clr>
            <a:srgbClr val="FBAE40"/>
          </p15:clr>
        </p15:guide>
        <p15:guide id="6" orient="horz" pos="93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etto + vuoto">
  <p:cSld name="Titoletto + vuoto">
    <p:bg>
      <p:bgPr>
        <a:solidFill>
          <a:schemeClr val="lt1"/>
        </a:solidFill>
      </p:bgPr>
    </p:bg>
    <p:spTree>
      <p:nvGrpSpPr>
        <p:cNvPr id="64" name="Shape 64"/>
        <p:cNvGrpSpPr/>
        <p:nvPr/>
      </p:nvGrpSpPr>
      <p:grpSpPr>
        <a:xfrm>
          <a:off x="0" y="0"/>
          <a:ext cx="0" cy="0"/>
          <a:chOff x="0" y="0"/>
          <a:chExt cx="0" cy="0"/>
        </a:xfrm>
      </p:grpSpPr>
      <p:sp>
        <p:nvSpPr>
          <p:cNvPr id="65" name="Google Shape;65;p38"/>
          <p:cNvSpPr txBox="1"/>
          <p:nvPr>
            <p:ph idx="1" type="body"/>
          </p:nvPr>
        </p:nvSpPr>
        <p:spPr>
          <a:xfrm>
            <a:off x="695325" y="548493"/>
            <a:ext cx="10801350" cy="46750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accent1"/>
              </a:buClr>
              <a:buSzPts val="2000"/>
              <a:buNone/>
              <a:defRPr b="1" sz="2000">
                <a:solidFill>
                  <a:schemeClr val="accent1"/>
                </a:solidFill>
              </a:defRPr>
            </a:lvl1pPr>
            <a:lvl2pPr indent="-342900" lvl="1" marL="914400" algn="l">
              <a:lnSpc>
                <a:spcPct val="90000"/>
              </a:lnSpc>
              <a:spcBef>
                <a:spcPts val="500"/>
              </a:spcBef>
              <a:spcAft>
                <a:spcPts val="0"/>
              </a:spcAft>
              <a:buClr>
                <a:schemeClr val="dk1"/>
              </a:buClr>
              <a:buSzPts val="1800"/>
              <a:buChar char="•"/>
              <a:defRPr/>
            </a:lvl2pPr>
            <a:lvl3pPr indent="-228600" lvl="2" marL="1371600" algn="l">
              <a:lnSpc>
                <a:spcPct val="90000"/>
              </a:lnSpc>
              <a:spcBef>
                <a:spcPts val="500"/>
              </a:spcBef>
              <a:spcAft>
                <a:spcPts val="0"/>
              </a:spcAft>
              <a:buClr>
                <a:schemeClr val="dk1"/>
              </a:buClr>
              <a:buSzPts val="2000"/>
              <a:buNone/>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extLst>
    <p:ext uri="{DCECCB84-F9BA-43D5-87BE-67443E8EF086}">
      <p15:sldGuideLst>
        <p15:guide id="1" orient="horz" pos="640">
          <p15:clr>
            <a:srgbClr val="FBAE40"/>
          </p15:clr>
        </p15:guide>
        <p15:guide id="2" orient="horz" pos="346">
          <p15:clr>
            <a:srgbClr val="FBAE40"/>
          </p15:clr>
        </p15:guide>
        <p15:guide id="3" orient="horz" pos="3974">
          <p15:clr>
            <a:srgbClr val="FBAE40"/>
          </p15:clr>
        </p15:guide>
        <p15:guide id="4" pos="438">
          <p15:clr>
            <a:srgbClr val="FBAE40"/>
          </p15:clr>
        </p15:guide>
        <p15:guide id="5" pos="7242">
          <p15:clr>
            <a:srgbClr val="FBAE40"/>
          </p15:clr>
        </p15:guide>
        <p15:guide id="6" orient="horz" pos="935">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magina + didascalia">
  <p:cSld name="Immagina + didascalia">
    <p:bg>
      <p:bgPr>
        <a:solidFill>
          <a:schemeClr val="lt1"/>
        </a:solidFill>
      </p:bgPr>
    </p:bg>
    <p:spTree>
      <p:nvGrpSpPr>
        <p:cNvPr id="66" name="Shape 66"/>
        <p:cNvGrpSpPr/>
        <p:nvPr/>
      </p:nvGrpSpPr>
      <p:grpSpPr>
        <a:xfrm>
          <a:off x="0" y="0"/>
          <a:ext cx="0" cy="0"/>
          <a:chOff x="0" y="0"/>
          <a:chExt cx="0" cy="0"/>
        </a:xfrm>
      </p:grpSpPr>
      <p:sp>
        <p:nvSpPr>
          <p:cNvPr id="67" name="Google Shape;67;p39"/>
          <p:cNvSpPr/>
          <p:nvPr>
            <p:ph idx="2" type="pic"/>
          </p:nvPr>
        </p:nvSpPr>
        <p:spPr>
          <a:xfrm>
            <a:off x="695326" y="549275"/>
            <a:ext cx="10801350" cy="4824413"/>
          </a:xfrm>
          <a:prstGeom prst="rect">
            <a:avLst/>
          </a:prstGeom>
          <a:noFill/>
          <a:ln>
            <a:noFill/>
          </a:ln>
        </p:spPr>
      </p:sp>
      <p:sp>
        <p:nvSpPr>
          <p:cNvPr id="68" name="Google Shape;68;p39"/>
          <p:cNvSpPr txBox="1"/>
          <p:nvPr>
            <p:ph idx="1" type="body"/>
          </p:nvPr>
        </p:nvSpPr>
        <p:spPr>
          <a:xfrm>
            <a:off x="695325" y="5373688"/>
            <a:ext cx="10801350" cy="935037"/>
          </a:xfrm>
          <a:prstGeom prst="rect">
            <a:avLst/>
          </a:prstGeom>
          <a:noFill/>
          <a:ln>
            <a:noFill/>
          </a:ln>
        </p:spPr>
        <p:txBody>
          <a:bodyPr anchorCtr="0" anchor="ctr" bIns="45700" lIns="91425" spcFirstLastPara="1" rIns="91425" wrap="square" tIns="45700">
            <a:normAutofit/>
          </a:bodyPr>
          <a:lstStyle>
            <a:lvl1pPr indent="-228600" lvl="0" marL="457200" algn="l">
              <a:lnSpc>
                <a:spcPct val="146666"/>
              </a:lnSpc>
              <a:spcBef>
                <a:spcPts val="1000"/>
              </a:spcBef>
              <a:spcAft>
                <a:spcPts val="0"/>
              </a:spcAft>
              <a:buClr>
                <a:schemeClr val="dk1"/>
              </a:buClr>
              <a:buSzPts val="1500"/>
              <a:buNone/>
              <a:defRPr sz="1500"/>
            </a:lvl1pPr>
            <a:lvl2pPr indent="-342900" lvl="1" marL="914400" algn="l">
              <a:lnSpc>
                <a:spcPct val="90000"/>
              </a:lnSpc>
              <a:spcBef>
                <a:spcPts val="500"/>
              </a:spcBef>
              <a:spcAft>
                <a:spcPts val="0"/>
              </a:spcAft>
              <a:buClr>
                <a:schemeClr val="dk1"/>
              </a:buClr>
              <a:buSzPts val="1800"/>
              <a:buChar char="•"/>
              <a:defRPr/>
            </a:lvl2pPr>
            <a:lvl3pPr indent="-228600" lvl="2" marL="1371600" algn="l">
              <a:lnSpc>
                <a:spcPct val="90000"/>
              </a:lnSpc>
              <a:spcBef>
                <a:spcPts val="500"/>
              </a:spcBef>
              <a:spcAft>
                <a:spcPts val="0"/>
              </a:spcAft>
              <a:buClr>
                <a:schemeClr val="dk1"/>
              </a:buClr>
              <a:buSzPts val="2000"/>
              <a:buNone/>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extLst>
    <p:ext uri="{DCECCB84-F9BA-43D5-87BE-67443E8EF086}">
      <p15:sldGuideLst>
        <p15:guide id="1" orient="horz" pos="3385">
          <p15:clr>
            <a:srgbClr val="FBAE40"/>
          </p15:clr>
        </p15:guide>
        <p15:guide id="2" orient="horz" pos="346">
          <p15:clr>
            <a:srgbClr val="FBAE40"/>
          </p15:clr>
        </p15:guide>
        <p15:guide id="3" orient="horz" pos="3974">
          <p15:clr>
            <a:srgbClr val="FBAE40"/>
          </p15:clr>
        </p15:guide>
        <p15:guide id="4" pos="438">
          <p15:clr>
            <a:srgbClr val="FBAE40"/>
          </p15:clr>
        </p15:guide>
        <p15:guide id="5" pos="7242">
          <p15:clr>
            <a:srgbClr val="FBAE40"/>
          </p15:clr>
        </p15:guide>
        <p15:guide id="6" orient="horz" pos="3680">
          <p15:clr>
            <a:srgbClr val="FBAE40"/>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theme" Target="../theme/theme2.xml"/><Relationship Id="rId16" Type="http://schemas.openxmlformats.org/officeDocument/2006/relationships/slideLayout" Target="../slideLayouts/slideLayout15.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000"/>
              <a:buFont typeface="Verdana"/>
              <a:buNone/>
              <a:defRPr b="1" i="0" sz="4000" u="none" cap="none" strike="noStrike">
                <a:solidFill>
                  <a:schemeClr val="dk1"/>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19100" lvl="0" marL="457200" marR="0" rtl="0" algn="l">
              <a:lnSpc>
                <a:spcPct val="90000"/>
              </a:lnSpc>
              <a:spcBef>
                <a:spcPts val="1000"/>
              </a:spcBef>
              <a:spcAft>
                <a:spcPts val="0"/>
              </a:spcAft>
              <a:buClr>
                <a:schemeClr val="dk1"/>
              </a:buClr>
              <a:buSzPts val="3000"/>
              <a:buFont typeface="Arial"/>
              <a:buChar char="•"/>
              <a:defRPr b="0" i="0" sz="3000" u="none" cap="none" strike="noStrike">
                <a:solidFill>
                  <a:schemeClr val="dk1"/>
                </a:solidFill>
                <a:latin typeface="Verdana"/>
                <a:ea typeface="Verdana"/>
                <a:cs typeface="Verdana"/>
                <a:sym typeface="Verdana"/>
              </a:defRPr>
            </a:lvl1pPr>
            <a:lvl2pPr indent="-387350" lvl="1" marL="914400" marR="0" rtl="0" algn="l">
              <a:lnSpc>
                <a:spcPct val="90000"/>
              </a:lnSpc>
              <a:spcBef>
                <a:spcPts val="500"/>
              </a:spcBef>
              <a:spcAft>
                <a:spcPts val="0"/>
              </a:spcAft>
              <a:buClr>
                <a:schemeClr val="dk1"/>
              </a:buClr>
              <a:buSzPts val="2500"/>
              <a:buFont typeface="Arial"/>
              <a:buChar char="•"/>
              <a:defRPr b="0" i="0" sz="2500" u="none" cap="none" strike="noStrike">
                <a:solidFill>
                  <a:schemeClr val="dk1"/>
                </a:solidFill>
                <a:latin typeface="Verdana"/>
                <a:ea typeface="Verdana"/>
                <a:cs typeface="Verdana"/>
                <a:sym typeface="Verdana"/>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4pPr>
            <a:lvl5pPr indent="-323850" lvl="4" marL="22860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Verdana"/>
                <a:ea typeface="Verdana"/>
                <a:cs typeface="Verdana"/>
                <a:sym typeface="Verdan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9pPr>
          </a:lstStyle>
          <a:p/>
        </p:txBody>
      </p:sp>
      <p:sp>
        <p:nvSpPr>
          <p:cNvPr id="12" name="Google Shape;12;p24"/>
          <p:cNvSpPr txBox="1"/>
          <p:nvPr/>
        </p:nvSpPr>
        <p:spPr>
          <a:xfrm>
            <a:off x="10649666" y="6304547"/>
            <a:ext cx="18473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Verdana"/>
              <a:ea typeface="Verdana"/>
              <a:cs typeface="Verdana"/>
              <a:sym typeface="Verdana"/>
            </a:endParaRPr>
          </a:p>
        </p:txBody>
      </p:sp>
      <p:sp>
        <p:nvSpPr>
          <p:cNvPr id="13" name="Google Shape;13;p24"/>
          <p:cNvSpPr txBox="1"/>
          <p:nvPr/>
        </p:nvSpPr>
        <p:spPr>
          <a:xfrm>
            <a:off x="695324" y="6308725"/>
            <a:ext cx="10696861" cy="549275"/>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45CCCB"/>
              </a:buClr>
              <a:buSzPts val="1000"/>
              <a:buFont typeface="Arial"/>
              <a:buNone/>
            </a:pPr>
            <a:r>
              <a:rPr lang="it-IT" sz="1000">
                <a:solidFill>
                  <a:srgbClr val="45CCCB"/>
                </a:solidFill>
                <a:latin typeface="Verdana"/>
                <a:ea typeface="Verdana"/>
                <a:cs typeface="Verdana"/>
                <a:sym typeface="Verdana"/>
              </a:rPr>
              <a:t>P</a:t>
            </a:r>
            <a:r>
              <a:rPr lang="it-IT" sz="1000">
                <a:solidFill>
                  <a:srgbClr val="45CCCB"/>
                </a:solidFill>
                <a:latin typeface="Verdana"/>
                <a:ea typeface="Verdana"/>
                <a:cs typeface="Verdana"/>
                <a:sym typeface="Verdana"/>
              </a:rPr>
              <a:t>rogettare e utilizzare web service</a:t>
            </a:r>
            <a:endParaRPr sz="1000">
              <a:solidFill>
                <a:srgbClr val="45CCCB"/>
              </a:solidFill>
              <a:latin typeface="Verdana"/>
              <a:ea typeface="Verdana"/>
              <a:cs typeface="Verdana"/>
              <a:sym typeface="Verdana"/>
            </a:endParaRPr>
          </a:p>
        </p:txBody>
      </p:sp>
      <p:sp>
        <p:nvSpPr>
          <p:cNvPr id="14" name="Google Shape;14;p24"/>
          <p:cNvSpPr/>
          <p:nvPr/>
        </p:nvSpPr>
        <p:spPr>
          <a:xfrm>
            <a:off x="0" y="6020382"/>
            <a:ext cx="841108" cy="841108"/>
          </a:xfrm>
          <a:prstGeom prst="rtTriangle">
            <a:avLst/>
          </a:prstGeom>
          <a:solidFill>
            <a:srgbClr val="45CCC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pic>
        <p:nvPicPr>
          <p:cNvPr id="15" name="Google Shape;15;p24"/>
          <p:cNvPicPr preferRelativeResize="0"/>
          <p:nvPr/>
        </p:nvPicPr>
        <p:blipFill rotWithShape="1">
          <a:blip r:embed="rId1">
            <a:alphaModFix/>
          </a:blip>
          <a:srcRect b="0" l="0" r="0" t="0"/>
          <a:stretch/>
        </p:blipFill>
        <p:spPr>
          <a:xfrm>
            <a:off x="123226" y="6499367"/>
            <a:ext cx="325217" cy="238317"/>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
          <p:cNvSpPr txBox="1"/>
          <p:nvPr>
            <p:ph type="ctrTitle"/>
          </p:nvPr>
        </p:nvSpPr>
        <p:spPr>
          <a:xfrm>
            <a:off x="695325" y="1989125"/>
            <a:ext cx="7587900" cy="2879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6000"/>
              <a:buFont typeface="Verdana"/>
              <a:buNone/>
            </a:pPr>
            <a:r>
              <a:rPr lang="it-IT"/>
              <a:t>P</a:t>
            </a:r>
            <a:r>
              <a:rPr lang="it-IT"/>
              <a:t>rogettare</a:t>
            </a:r>
            <a:endParaRPr/>
          </a:p>
          <a:p>
            <a:pPr indent="0" lvl="0" marL="0" rtl="0" algn="l">
              <a:lnSpc>
                <a:spcPct val="90000"/>
              </a:lnSpc>
              <a:spcBef>
                <a:spcPts val="0"/>
              </a:spcBef>
              <a:spcAft>
                <a:spcPts val="0"/>
              </a:spcAft>
              <a:buClr>
                <a:schemeClr val="lt1"/>
              </a:buClr>
              <a:buSzPts val="6000"/>
              <a:buFont typeface="Verdana"/>
              <a:buNone/>
            </a:pPr>
            <a:r>
              <a:rPr lang="it-IT"/>
              <a:t>e utilizzare</a:t>
            </a:r>
            <a:endParaRPr/>
          </a:p>
          <a:p>
            <a:pPr indent="0" lvl="0" marL="0" rtl="0" algn="l">
              <a:lnSpc>
                <a:spcPct val="90000"/>
              </a:lnSpc>
              <a:spcBef>
                <a:spcPts val="0"/>
              </a:spcBef>
              <a:spcAft>
                <a:spcPts val="0"/>
              </a:spcAft>
              <a:buClr>
                <a:schemeClr val="lt1"/>
              </a:buClr>
              <a:buSzPts val="6000"/>
              <a:buFont typeface="Verdana"/>
              <a:buNone/>
            </a:pPr>
            <a:r>
              <a:rPr lang="it-IT"/>
              <a:t>web service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2"/>
          <p:cNvSpPr txBox="1"/>
          <p:nvPr>
            <p:ph idx="1" type="body"/>
          </p:nvPr>
        </p:nvSpPr>
        <p:spPr>
          <a:xfrm>
            <a:off x="695324" y="549275"/>
            <a:ext cx="9001200" cy="14400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45CCCB"/>
              </a:buClr>
              <a:buSzPts val="2400"/>
              <a:buNone/>
            </a:pPr>
            <a:r>
              <a:rPr lang="it-IT">
                <a:solidFill>
                  <a:srgbClr val="45CCCB"/>
                </a:solidFill>
              </a:rPr>
              <a:t>Dal sistema centralizzato al sistema distribuito</a:t>
            </a:r>
            <a:endParaRPr>
              <a:solidFill>
                <a:srgbClr val="45CCCB"/>
              </a:solidFill>
            </a:endParaRPr>
          </a:p>
          <a:p>
            <a:pPr indent="0" lvl="0" marL="0" rtl="0" algn="l">
              <a:lnSpc>
                <a:spcPct val="100000"/>
              </a:lnSpc>
              <a:spcBef>
                <a:spcPts val="1000"/>
              </a:spcBef>
              <a:spcAft>
                <a:spcPts val="0"/>
              </a:spcAft>
              <a:buClr>
                <a:schemeClr val="accent1"/>
              </a:buClr>
              <a:buSzPts val="2400"/>
              <a:buNone/>
            </a:pPr>
            <a:r>
              <a:t/>
            </a:r>
            <a:endParaRPr>
              <a:solidFill>
                <a:srgbClr val="45CCCB"/>
              </a:solidFill>
            </a:endParaRPr>
          </a:p>
        </p:txBody>
      </p:sp>
      <p:sp>
        <p:nvSpPr>
          <p:cNvPr id="80" name="Google Shape;80;p2"/>
          <p:cNvSpPr txBox="1"/>
          <p:nvPr>
            <p:ph idx="2" type="body"/>
          </p:nvPr>
        </p:nvSpPr>
        <p:spPr>
          <a:xfrm>
            <a:off x="695325" y="1631875"/>
            <a:ext cx="10645200" cy="4677000"/>
          </a:xfrm>
          <a:prstGeom prst="rect">
            <a:avLst/>
          </a:prstGeom>
          <a:noFill/>
          <a:ln>
            <a:noFill/>
          </a:ln>
        </p:spPr>
        <p:txBody>
          <a:bodyPr anchorCtr="0" anchor="t" bIns="45700" lIns="91425" spcFirstLastPara="1" rIns="91425" wrap="square" tIns="45700">
            <a:noAutofit/>
          </a:bodyPr>
          <a:lstStyle/>
          <a:p>
            <a:pPr indent="0" lvl="0" marL="0" rtl="0" algn="l">
              <a:lnSpc>
                <a:spcPct val="105000"/>
              </a:lnSpc>
              <a:spcBef>
                <a:spcPts val="1000"/>
              </a:spcBef>
              <a:spcAft>
                <a:spcPts val="0"/>
              </a:spcAft>
              <a:buClr>
                <a:schemeClr val="dk1"/>
              </a:buClr>
              <a:buSzPts val="935"/>
              <a:buFont typeface="Arial"/>
              <a:buNone/>
            </a:pPr>
            <a:r>
              <a:rPr lang="it-IT" sz="2440"/>
              <a:t>Esistono molte definizioni di sistema distribuito, vediamone tre:</a:t>
            </a:r>
            <a:endParaRPr sz="2440"/>
          </a:p>
          <a:p>
            <a:pPr indent="-383540" lvl="0" marL="457200" rtl="0" algn="l">
              <a:lnSpc>
                <a:spcPct val="105000"/>
              </a:lnSpc>
              <a:spcBef>
                <a:spcPts val="1000"/>
              </a:spcBef>
              <a:spcAft>
                <a:spcPts val="0"/>
              </a:spcAft>
              <a:buSzPts val="2440"/>
              <a:buAutoNum type="arabicPeriod"/>
            </a:pPr>
            <a:r>
              <a:rPr lang="it-IT" sz="2440"/>
              <a:t>«Un sistema distribuito è un insieme di elementi computazionali autonomi che appare ai suoi utenti come un sistema unico e coerente» (van Steen &amp; Tanenbaum).</a:t>
            </a:r>
            <a:endParaRPr sz="2440"/>
          </a:p>
          <a:p>
            <a:pPr indent="-383540" lvl="0" marL="457200" rtl="0" algn="l">
              <a:lnSpc>
                <a:spcPct val="105000"/>
              </a:lnSpc>
              <a:spcBef>
                <a:spcPts val="0"/>
              </a:spcBef>
              <a:spcAft>
                <a:spcPts val="0"/>
              </a:spcAft>
              <a:buSzPts val="2440"/>
              <a:buAutoNum type="arabicPeriod"/>
            </a:pPr>
            <a:r>
              <a:rPr lang="it-IT" sz="2440"/>
              <a:t>«Un sistema distribuito è quello in cui le componenti presenti sui computer di rete comunicano e coordinano le loro azioni esclusivamente tramite lo scambio di messaggi» (Coulouris &amp; Dollimore).</a:t>
            </a:r>
            <a:endParaRPr sz="2440"/>
          </a:p>
          <a:p>
            <a:pPr indent="-383540" lvl="0" marL="457200" rtl="0" algn="l">
              <a:lnSpc>
                <a:spcPct val="105000"/>
              </a:lnSpc>
              <a:spcBef>
                <a:spcPts val="0"/>
              </a:spcBef>
              <a:spcAft>
                <a:spcPts val="0"/>
              </a:spcAft>
              <a:buSzPts val="2440"/>
              <a:buAutoNum type="arabicPeriod"/>
            </a:pPr>
            <a:r>
              <a:rPr lang="it-IT" sz="2440"/>
              <a:t>«Un sistema distribuito è quello in cui il guasto di un computer di cui non conosco nemmeno l’esistenza può rendere inutilizzabile il mio computer» (Lamport).</a:t>
            </a:r>
            <a:endParaRPr sz="244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3"/>
          <p:cNvSpPr txBox="1"/>
          <p:nvPr>
            <p:ph idx="2" type="body"/>
          </p:nvPr>
        </p:nvSpPr>
        <p:spPr>
          <a:xfrm>
            <a:off x="695325" y="549275"/>
            <a:ext cx="10283700" cy="5668500"/>
          </a:xfrm>
          <a:prstGeom prst="rect">
            <a:avLst/>
          </a:prstGeom>
          <a:noFill/>
          <a:ln>
            <a:noFill/>
          </a:ln>
        </p:spPr>
        <p:txBody>
          <a:bodyPr anchorCtr="0" anchor="t" bIns="45700" lIns="91425" spcFirstLastPara="1" rIns="91425" wrap="square" tIns="45700">
            <a:noAutofit/>
          </a:bodyPr>
          <a:lstStyle/>
          <a:p>
            <a:pPr indent="0" lvl="0" marL="0" rtl="0" algn="l">
              <a:spcBef>
                <a:spcPts val="1000"/>
              </a:spcBef>
              <a:spcAft>
                <a:spcPts val="0"/>
              </a:spcAft>
              <a:buSzPts val="1018"/>
              <a:buNone/>
            </a:pPr>
            <a:r>
              <a:rPr lang="it-IT" sz="2420"/>
              <a:t>Ogni definizioni mette in evidenza un aspetto:</a:t>
            </a:r>
            <a:endParaRPr sz="2420"/>
          </a:p>
          <a:p>
            <a:pPr indent="-382270" lvl="0" marL="457200" rtl="0" algn="l">
              <a:spcBef>
                <a:spcPts val="1000"/>
              </a:spcBef>
              <a:spcAft>
                <a:spcPts val="0"/>
              </a:spcAft>
              <a:buSzPts val="2420"/>
              <a:buAutoNum type="arabicPeriod"/>
            </a:pPr>
            <a:r>
              <a:rPr lang="it-IT" sz="2420"/>
              <a:t>un sistema distribuito si compone di vari elementi che possono essere hardware o software. Tutti gli elementi devono collaborare per dare la percezione che si stia lavorando con un unico sistema. Si ha la necessità di introdurre uno strato intermedio, detto </a:t>
            </a:r>
            <a:r>
              <a:rPr b="1" lang="it-IT" sz="2420"/>
              <a:t>middleware</a:t>
            </a:r>
            <a:r>
              <a:rPr lang="it-IT" sz="2420"/>
              <a:t>;</a:t>
            </a:r>
            <a:endParaRPr sz="2420"/>
          </a:p>
          <a:p>
            <a:pPr indent="-382270" lvl="0" marL="457200" rtl="0" algn="l">
              <a:spcBef>
                <a:spcPts val="1000"/>
              </a:spcBef>
              <a:spcAft>
                <a:spcPts val="0"/>
              </a:spcAft>
              <a:buSzPts val="2420"/>
              <a:buAutoNum type="arabicPeriod"/>
            </a:pPr>
            <a:r>
              <a:rPr lang="it-IT" sz="2420"/>
              <a:t>l’accezione è più sulle </a:t>
            </a:r>
            <a:r>
              <a:rPr b="1" lang="it-IT" sz="2420"/>
              <a:t>componenti</a:t>
            </a:r>
            <a:r>
              <a:rPr lang="it-IT" sz="2420"/>
              <a:t>: se le pensiamo come delle CPU, allora il sistema distribuito diventa un’architettura parallela;</a:t>
            </a:r>
            <a:endParaRPr sz="2420"/>
          </a:p>
          <a:p>
            <a:pPr indent="-382270" lvl="0" marL="457200" rtl="0" algn="l">
              <a:spcBef>
                <a:spcPts val="1000"/>
              </a:spcBef>
              <a:spcAft>
                <a:spcPts val="0"/>
              </a:spcAft>
              <a:buSzPts val="2420"/>
              <a:buAutoNum type="arabicPeriod"/>
            </a:pPr>
            <a:r>
              <a:rPr lang="it-IT" sz="2420"/>
              <a:t>l’enfasi è sui </a:t>
            </a:r>
            <a:r>
              <a:rPr b="1" lang="it-IT" sz="2420"/>
              <a:t>guasti </a:t>
            </a:r>
            <a:r>
              <a:rPr lang="it-IT" sz="2420"/>
              <a:t>e quindi sulla fault tolerance del sistema.</a:t>
            </a:r>
            <a:endParaRPr sz="242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g22d2710c5fa_0_1"/>
          <p:cNvSpPr txBox="1"/>
          <p:nvPr>
            <p:ph idx="2" type="body"/>
          </p:nvPr>
        </p:nvSpPr>
        <p:spPr>
          <a:xfrm>
            <a:off x="695325" y="549275"/>
            <a:ext cx="10283700" cy="5668500"/>
          </a:xfrm>
          <a:prstGeom prst="rect">
            <a:avLst/>
          </a:prstGeom>
          <a:noFill/>
          <a:ln>
            <a:noFill/>
          </a:ln>
        </p:spPr>
        <p:txBody>
          <a:bodyPr anchorCtr="0" anchor="t" bIns="45700" lIns="91425" spcFirstLastPara="1" rIns="91425" wrap="square" tIns="45700">
            <a:noAutofit/>
          </a:bodyPr>
          <a:lstStyle/>
          <a:p>
            <a:pPr indent="0" lvl="0" marL="0" rtl="0" algn="l">
              <a:spcBef>
                <a:spcPts val="1000"/>
              </a:spcBef>
              <a:spcAft>
                <a:spcPts val="0"/>
              </a:spcAft>
              <a:buNone/>
            </a:pPr>
            <a:r>
              <a:rPr lang="it-IT" sz="2420"/>
              <a:t>Principali caratteristiche del sistema centralizzato e del sistema distribuito.</a:t>
            </a:r>
            <a:endParaRPr sz="2420"/>
          </a:p>
          <a:p>
            <a:pPr indent="0" lvl="0" marL="0" rtl="0" algn="l">
              <a:spcBef>
                <a:spcPts val="1000"/>
              </a:spcBef>
              <a:spcAft>
                <a:spcPts val="0"/>
              </a:spcAft>
              <a:buNone/>
            </a:pPr>
            <a:r>
              <a:t/>
            </a:r>
            <a:endParaRPr sz="2420"/>
          </a:p>
        </p:txBody>
      </p:sp>
      <p:pic>
        <p:nvPicPr>
          <p:cNvPr id="91" name="Google Shape;91;g22d2710c5fa_0_1"/>
          <p:cNvPicPr preferRelativeResize="0"/>
          <p:nvPr/>
        </p:nvPicPr>
        <p:blipFill>
          <a:blip r:embed="rId3">
            <a:alphaModFix/>
          </a:blip>
          <a:stretch>
            <a:fillRect/>
          </a:stretch>
        </p:blipFill>
        <p:spPr>
          <a:xfrm>
            <a:off x="1602500" y="1499325"/>
            <a:ext cx="8987001" cy="488792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g22d2710c5fa_0_7"/>
          <p:cNvSpPr txBox="1"/>
          <p:nvPr>
            <p:ph idx="2" type="body"/>
          </p:nvPr>
        </p:nvSpPr>
        <p:spPr>
          <a:xfrm>
            <a:off x="695325" y="549275"/>
            <a:ext cx="10283700" cy="5668500"/>
          </a:xfrm>
          <a:prstGeom prst="rect">
            <a:avLst/>
          </a:prstGeom>
          <a:noFill/>
          <a:ln>
            <a:noFill/>
          </a:ln>
        </p:spPr>
        <p:txBody>
          <a:bodyPr anchorCtr="0" anchor="t" bIns="45700" lIns="91425" spcFirstLastPara="1" rIns="91425" wrap="square" tIns="45700">
            <a:noAutofit/>
          </a:bodyPr>
          <a:lstStyle/>
          <a:p>
            <a:pPr indent="0" lvl="0" marL="0" rtl="0" algn="l">
              <a:spcBef>
                <a:spcPts val="1000"/>
              </a:spcBef>
              <a:spcAft>
                <a:spcPts val="0"/>
              </a:spcAft>
              <a:buNone/>
            </a:pPr>
            <a:r>
              <a:rPr b="1" lang="it-IT" sz="2420"/>
              <a:t>Organizzazione di un sistema distribuito</a:t>
            </a:r>
            <a:endParaRPr b="1" sz="2420"/>
          </a:p>
          <a:p>
            <a:pPr indent="0" lvl="0" marL="0" rtl="0" algn="l">
              <a:spcBef>
                <a:spcPts val="1000"/>
              </a:spcBef>
              <a:spcAft>
                <a:spcPts val="0"/>
              </a:spcAft>
              <a:buNone/>
            </a:pPr>
            <a:r>
              <a:rPr lang="it-IT" sz="2420"/>
              <a:t>Per dare all’utente/applicazione la percezione di lavorare con un unico sistema, quando in realtà è composto da vari computer eterogenei, è necessaria un’</a:t>
            </a:r>
            <a:r>
              <a:rPr b="1" lang="it-IT" sz="2420"/>
              <a:t>organizzazione a livelli</a:t>
            </a:r>
            <a:r>
              <a:rPr lang="it-IT" sz="2420"/>
              <a:t>.</a:t>
            </a:r>
            <a:endParaRPr sz="2420"/>
          </a:p>
          <a:p>
            <a:pPr indent="0" lvl="0" marL="0" rtl="0" algn="l">
              <a:spcBef>
                <a:spcPts val="1000"/>
              </a:spcBef>
              <a:spcAft>
                <a:spcPts val="0"/>
              </a:spcAft>
              <a:buNone/>
            </a:pPr>
            <a:r>
              <a:t/>
            </a:r>
            <a:endParaRPr sz="2420"/>
          </a:p>
        </p:txBody>
      </p:sp>
      <p:pic>
        <p:nvPicPr>
          <p:cNvPr id="97" name="Google Shape;97;g22d2710c5fa_0_7"/>
          <p:cNvPicPr preferRelativeResize="0"/>
          <p:nvPr/>
        </p:nvPicPr>
        <p:blipFill>
          <a:blip r:embed="rId3">
            <a:alphaModFix/>
          </a:blip>
          <a:stretch>
            <a:fillRect/>
          </a:stretch>
        </p:blipFill>
        <p:spPr>
          <a:xfrm>
            <a:off x="1920800" y="2988375"/>
            <a:ext cx="8350424" cy="30587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g22d2710c5fa_0_17"/>
          <p:cNvSpPr txBox="1"/>
          <p:nvPr>
            <p:ph idx="2" type="body"/>
          </p:nvPr>
        </p:nvSpPr>
        <p:spPr>
          <a:xfrm>
            <a:off x="695325" y="549275"/>
            <a:ext cx="10283700" cy="5668500"/>
          </a:xfrm>
          <a:prstGeom prst="rect">
            <a:avLst/>
          </a:prstGeom>
          <a:noFill/>
          <a:ln>
            <a:noFill/>
          </a:ln>
        </p:spPr>
        <p:txBody>
          <a:bodyPr anchorCtr="0" anchor="t" bIns="45700" lIns="91425" spcFirstLastPara="1" rIns="91425" wrap="square" tIns="45700">
            <a:noAutofit/>
          </a:bodyPr>
          <a:lstStyle/>
          <a:p>
            <a:pPr indent="-382270" lvl="0" marL="457200" rtl="0" algn="l">
              <a:spcBef>
                <a:spcPts val="1000"/>
              </a:spcBef>
              <a:spcAft>
                <a:spcPts val="0"/>
              </a:spcAft>
              <a:buSzPts val="2420"/>
              <a:buChar char="●"/>
            </a:pPr>
            <a:r>
              <a:rPr b="1" lang="it-IT" sz="2420"/>
              <a:t>L</a:t>
            </a:r>
            <a:r>
              <a:rPr b="1" lang="it-IT" sz="2420"/>
              <a:t>ivello inferiore</a:t>
            </a:r>
            <a:r>
              <a:rPr lang="it-IT" sz="2420"/>
              <a:t>: è locale, comprende il sistema operativo e l’hardware del computer, inclusa l’infrastruttura di comunicazione di rete.</a:t>
            </a:r>
            <a:endParaRPr sz="2420"/>
          </a:p>
          <a:p>
            <a:pPr indent="-382270" lvl="0" marL="457200" rtl="0" algn="l">
              <a:spcBef>
                <a:spcPts val="0"/>
              </a:spcBef>
              <a:spcAft>
                <a:spcPts val="0"/>
              </a:spcAft>
              <a:buSzPts val="2420"/>
              <a:buChar char="●"/>
            </a:pPr>
            <a:r>
              <a:rPr b="1" lang="it-IT" sz="2420"/>
              <a:t>L</a:t>
            </a:r>
            <a:r>
              <a:rPr b="1" lang="it-IT" sz="2420"/>
              <a:t>ivello intermedio</a:t>
            </a:r>
            <a:r>
              <a:rPr lang="it-IT" sz="2420"/>
              <a:t>: si estende su più computer, il software middleware permette a processi o oggetti che risiedono su più macchine di interagire attraverso la rete.</a:t>
            </a:r>
            <a:endParaRPr sz="2420"/>
          </a:p>
          <a:p>
            <a:pPr indent="-382270" lvl="0" marL="457200" rtl="0" algn="l">
              <a:spcBef>
                <a:spcPts val="0"/>
              </a:spcBef>
              <a:spcAft>
                <a:spcPts val="0"/>
              </a:spcAft>
              <a:buSzPts val="2420"/>
              <a:buChar char="●"/>
            </a:pPr>
            <a:r>
              <a:rPr b="1" lang="it-IT" sz="2420"/>
              <a:t>L</a:t>
            </a:r>
            <a:r>
              <a:rPr b="1" lang="it-IT" sz="2420"/>
              <a:t>ivello superiore</a:t>
            </a:r>
            <a:r>
              <a:rPr lang="it-IT" sz="2420"/>
              <a:t>: si estende su più computer ed è rappresentato dalle applicazioni distribuite e dagli utenti.</a:t>
            </a:r>
            <a:endParaRPr sz="2420"/>
          </a:p>
          <a:p>
            <a:pPr indent="0" lvl="0" marL="0" rtl="0" algn="l">
              <a:spcBef>
                <a:spcPts val="1000"/>
              </a:spcBef>
              <a:spcAft>
                <a:spcPts val="0"/>
              </a:spcAft>
              <a:buClr>
                <a:schemeClr val="dk1"/>
              </a:buClr>
              <a:buSzPts val="1100"/>
              <a:buFont typeface="Arial"/>
              <a:buNone/>
            </a:pPr>
            <a:r>
              <a:rPr lang="it-IT" sz="2420"/>
              <a:t>In un sistema distribuito la distribuzione delle risorse e dei processi è </a:t>
            </a:r>
            <a:r>
              <a:rPr b="1" lang="it-IT" sz="2420"/>
              <a:t>trasparente</a:t>
            </a:r>
            <a:r>
              <a:rPr lang="it-IT" sz="2420"/>
              <a:t>, cioè nascosta, agli utenti e alle applicazioni.</a:t>
            </a:r>
            <a:endParaRPr sz="2420"/>
          </a:p>
          <a:p>
            <a:pPr indent="0" lvl="0" marL="0" rtl="0" algn="l">
              <a:spcBef>
                <a:spcPts val="1000"/>
              </a:spcBef>
              <a:spcAft>
                <a:spcPts val="0"/>
              </a:spcAft>
              <a:buNone/>
            </a:pPr>
            <a:r>
              <a:t/>
            </a:r>
            <a:endParaRPr sz="2420"/>
          </a:p>
          <a:p>
            <a:pPr indent="0" lvl="0" marL="0" rtl="0" algn="l">
              <a:spcBef>
                <a:spcPts val="1000"/>
              </a:spcBef>
              <a:spcAft>
                <a:spcPts val="0"/>
              </a:spcAft>
              <a:buNone/>
            </a:pPr>
            <a:r>
              <a:t/>
            </a:r>
            <a:endParaRPr sz="242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g22d2710c5fa_0_22"/>
          <p:cNvSpPr txBox="1"/>
          <p:nvPr>
            <p:ph idx="2" type="body"/>
          </p:nvPr>
        </p:nvSpPr>
        <p:spPr>
          <a:xfrm>
            <a:off x="695325" y="549275"/>
            <a:ext cx="10283700" cy="5668500"/>
          </a:xfrm>
          <a:prstGeom prst="rect">
            <a:avLst/>
          </a:prstGeom>
          <a:noFill/>
          <a:ln>
            <a:noFill/>
          </a:ln>
        </p:spPr>
        <p:txBody>
          <a:bodyPr anchorCtr="0" anchor="t" bIns="45700" lIns="91425" spcFirstLastPara="1" rIns="91425" wrap="square" tIns="45700">
            <a:noAutofit/>
          </a:bodyPr>
          <a:lstStyle/>
          <a:p>
            <a:pPr indent="0" lvl="0" marL="0" rtl="0" algn="l">
              <a:spcBef>
                <a:spcPts val="1000"/>
              </a:spcBef>
              <a:spcAft>
                <a:spcPts val="0"/>
              </a:spcAft>
              <a:buNone/>
            </a:pPr>
            <a:r>
              <a:rPr lang="it-IT" sz="2420"/>
              <a:t>La figura mostra i quattro elementi fondamentali dell’architettura dei sistemi distribuiti.</a:t>
            </a:r>
            <a:endParaRPr sz="2420"/>
          </a:p>
        </p:txBody>
      </p:sp>
      <p:pic>
        <p:nvPicPr>
          <p:cNvPr id="108" name="Google Shape;108;g22d2710c5fa_0_22"/>
          <p:cNvPicPr preferRelativeResize="0"/>
          <p:nvPr/>
        </p:nvPicPr>
        <p:blipFill>
          <a:blip r:embed="rId3">
            <a:alphaModFix/>
          </a:blip>
          <a:stretch>
            <a:fillRect/>
          </a:stretch>
        </p:blipFill>
        <p:spPr>
          <a:xfrm>
            <a:off x="2143125" y="2072975"/>
            <a:ext cx="7905750" cy="35052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g22d2710c5fa_0_27"/>
          <p:cNvSpPr txBox="1"/>
          <p:nvPr>
            <p:ph idx="2" type="body"/>
          </p:nvPr>
        </p:nvSpPr>
        <p:spPr>
          <a:xfrm>
            <a:off x="695325" y="549275"/>
            <a:ext cx="10283700" cy="5668500"/>
          </a:xfrm>
          <a:prstGeom prst="rect">
            <a:avLst/>
          </a:prstGeom>
          <a:noFill/>
          <a:ln>
            <a:noFill/>
          </a:ln>
        </p:spPr>
        <p:txBody>
          <a:bodyPr anchorCtr="0" anchor="t" bIns="45700" lIns="91425" spcFirstLastPara="1" rIns="91425" wrap="square" tIns="45700">
            <a:noAutofit/>
          </a:bodyPr>
          <a:lstStyle/>
          <a:p>
            <a:pPr indent="0" lvl="0" marL="0" rtl="0" algn="l">
              <a:spcBef>
                <a:spcPts val="1000"/>
              </a:spcBef>
              <a:spcAft>
                <a:spcPts val="0"/>
              </a:spcAft>
              <a:buClr>
                <a:schemeClr val="dk1"/>
              </a:buClr>
              <a:buSzPts val="1100"/>
              <a:buFont typeface="Arial"/>
              <a:buNone/>
            </a:pPr>
            <a:r>
              <a:rPr lang="it-IT" sz="2420"/>
              <a:t>Gli elementi primitivi dell’architettura possono essere combinati per formare architetture di vario tipo.</a:t>
            </a:r>
            <a:endParaRPr sz="2420"/>
          </a:p>
          <a:p>
            <a:pPr indent="0" lvl="0" marL="0" rtl="0" algn="l">
              <a:spcBef>
                <a:spcPts val="1000"/>
              </a:spcBef>
              <a:spcAft>
                <a:spcPts val="0"/>
              </a:spcAft>
              <a:buNone/>
            </a:pPr>
            <a:r>
              <a:rPr b="1" lang="it-IT" sz="2420"/>
              <a:t>Tiered Architecture: </a:t>
            </a:r>
            <a:r>
              <a:rPr lang="it-IT" sz="2420"/>
              <a:t>è un’architettura che si espande in orizzontale, suddividendo i servizi e collocandoli in server appropriati. Un esempio è l’architettura 3-tier mostrata nella figura nella forma di architettura fisica 2-tier con logica 3-tier.</a:t>
            </a:r>
            <a:endParaRPr sz="2420"/>
          </a:p>
          <a:p>
            <a:pPr indent="0" lvl="0" marL="0" rtl="0" algn="l">
              <a:spcBef>
                <a:spcPts val="1000"/>
              </a:spcBef>
              <a:spcAft>
                <a:spcPts val="0"/>
              </a:spcAft>
              <a:buClr>
                <a:schemeClr val="dk1"/>
              </a:buClr>
              <a:buSzPts val="1100"/>
              <a:buFont typeface="Arial"/>
              <a:buNone/>
            </a:pPr>
            <a:r>
              <a:t/>
            </a:r>
            <a:endParaRPr b="1" sz="2420"/>
          </a:p>
          <a:p>
            <a:pPr indent="0" lvl="0" marL="0" rtl="0" algn="l">
              <a:spcBef>
                <a:spcPts val="1000"/>
              </a:spcBef>
              <a:spcAft>
                <a:spcPts val="0"/>
              </a:spcAft>
              <a:buNone/>
            </a:pPr>
            <a:r>
              <a:t/>
            </a:r>
            <a:endParaRPr sz="2420"/>
          </a:p>
        </p:txBody>
      </p:sp>
      <p:pic>
        <p:nvPicPr>
          <p:cNvPr id="114" name="Google Shape;114;g22d2710c5fa_0_27"/>
          <p:cNvPicPr preferRelativeResize="0"/>
          <p:nvPr/>
        </p:nvPicPr>
        <p:blipFill>
          <a:blip r:embed="rId3">
            <a:alphaModFix/>
          </a:blip>
          <a:stretch>
            <a:fillRect/>
          </a:stretch>
        </p:blipFill>
        <p:spPr>
          <a:xfrm>
            <a:off x="2222075" y="3649875"/>
            <a:ext cx="7747826" cy="27748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g22d2710c5fa_0_34"/>
          <p:cNvSpPr txBox="1"/>
          <p:nvPr>
            <p:ph idx="2" type="body"/>
          </p:nvPr>
        </p:nvSpPr>
        <p:spPr>
          <a:xfrm>
            <a:off x="695325" y="549275"/>
            <a:ext cx="10283700" cy="5668500"/>
          </a:xfrm>
          <a:prstGeom prst="rect">
            <a:avLst/>
          </a:prstGeom>
          <a:noFill/>
          <a:ln>
            <a:noFill/>
          </a:ln>
        </p:spPr>
        <p:txBody>
          <a:bodyPr anchorCtr="0" anchor="t" bIns="45700" lIns="91425" spcFirstLastPara="1" rIns="91425" wrap="square" tIns="45700">
            <a:noAutofit/>
          </a:bodyPr>
          <a:lstStyle/>
          <a:p>
            <a:pPr indent="0" lvl="0" marL="0" rtl="0" algn="l">
              <a:spcBef>
                <a:spcPts val="1000"/>
              </a:spcBef>
              <a:spcAft>
                <a:spcPts val="0"/>
              </a:spcAft>
              <a:buNone/>
            </a:pPr>
            <a:r>
              <a:rPr b="1" lang="it-IT" sz="2420"/>
              <a:t>Layered Architecture</a:t>
            </a:r>
            <a:r>
              <a:rPr lang="it-IT" sz="2420"/>
              <a:t>: prevede un’organizzazione verticale dei servizi in cui il livello superiore utilizza i servizi del livello inferiore. I sistemi distribuiti possono essere organizzati in 3 livelli (layer) come rappresentato in figura.</a:t>
            </a:r>
            <a:endParaRPr sz="2420"/>
          </a:p>
          <a:p>
            <a:pPr indent="0" lvl="0" marL="0" rtl="0" algn="l">
              <a:spcBef>
                <a:spcPts val="1000"/>
              </a:spcBef>
              <a:spcAft>
                <a:spcPts val="0"/>
              </a:spcAft>
              <a:buNone/>
            </a:pPr>
            <a:r>
              <a:t/>
            </a:r>
            <a:endParaRPr b="1" sz="2420"/>
          </a:p>
          <a:p>
            <a:pPr indent="0" lvl="0" marL="0" rtl="0" algn="l">
              <a:spcBef>
                <a:spcPts val="1000"/>
              </a:spcBef>
              <a:spcAft>
                <a:spcPts val="0"/>
              </a:spcAft>
              <a:buNone/>
            </a:pPr>
            <a:r>
              <a:t/>
            </a:r>
            <a:endParaRPr sz="2420"/>
          </a:p>
        </p:txBody>
      </p:sp>
      <p:pic>
        <p:nvPicPr>
          <p:cNvPr id="120" name="Google Shape;120;g22d2710c5fa_0_34"/>
          <p:cNvPicPr preferRelativeResize="0"/>
          <p:nvPr/>
        </p:nvPicPr>
        <p:blipFill>
          <a:blip r:embed="rId3">
            <a:alphaModFix/>
          </a:blip>
          <a:stretch>
            <a:fillRect/>
          </a:stretch>
        </p:blipFill>
        <p:spPr>
          <a:xfrm>
            <a:off x="2600325" y="2888600"/>
            <a:ext cx="6991350" cy="2857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g22d2710c5fa_0_43"/>
          <p:cNvSpPr txBox="1"/>
          <p:nvPr>
            <p:ph idx="1" type="body"/>
          </p:nvPr>
        </p:nvSpPr>
        <p:spPr>
          <a:xfrm>
            <a:off x="695324" y="549275"/>
            <a:ext cx="9001200" cy="14400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45CCCB"/>
              </a:buClr>
              <a:buSzPts val="2400"/>
              <a:buNone/>
            </a:pPr>
            <a:r>
              <a:rPr lang="it-IT">
                <a:solidFill>
                  <a:srgbClr val="45CCCB"/>
                </a:solidFill>
              </a:rPr>
              <a:t>L</a:t>
            </a:r>
            <a:r>
              <a:rPr lang="it-IT">
                <a:solidFill>
                  <a:srgbClr val="45CCCB"/>
                </a:solidFill>
              </a:rPr>
              <a:t>e architetture orientate ai servizi</a:t>
            </a:r>
            <a:endParaRPr>
              <a:solidFill>
                <a:srgbClr val="45CCCB"/>
              </a:solidFill>
            </a:endParaRPr>
          </a:p>
          <a:p>
            <a:pPr indent="0" lvl="0" marL="0" rtl="0" algn="l">
              <a:lnSpc>
                <a:spcPct val="100000"/>
              </a:lnSpc>
              <a:spcBef>
                <a:spcPts val="1000"/>
              </a:spcBef>
              <a:spcAft>
                <a:spcPts val="0"/>
              </a:spcAft>
              <a:buClr>
                <a:schemeClr val="accent1"/>
              </a:buClr>
              <a:buSzPts val="2400"/>
              <a:buNone/>
            </a:pPr>
            <a:r>
              <a:t/>
            </a:r>
            <a:endParaRPr>
              <a:solidFill>
                <a:srgbClr val="45CCCB"/>
              </a:solidFill>
            </a:endParaRPr>
          </a:p>
        </p:txBody>
      </p:sp>
      <p:sp>
        <p:nvSpPr>
          <p:cNvPr id="126" name="Google Shape;126;g22d2710c5fa_0_43"/>
          <p:cNvSpPr txBox="1"/>
          <p:nvPr>
            <p:ph idx="2" type="body"/>
          </p:nvPr>
        </p:nvSpPr>
        <p:spPr>
          <a:xfrm>
            <a:off x="695325" y="1631875"/>
            <a:ext cx="10645200" cy="4677000"/>
          </a:xfrm>
          <a:prstGeom prst="rect">
            <a:avLst/>
          </a:prstGeom>
          <a:noFill/>
          <a:ln>
            <a:noFill/>
          </a:ln>
        </p:spPr>
        <p:txBody>
          <a:bodyPr anchorCtr="0" anchor="t" bIns="45700" lIns="91425" spcFirstLastPara="1" rIns="91425" wrap="square" tIns="45700">
            <a:noAutofit/>
          </a:bodyPr>
          <a:lstStyle/>
          <a:p>
            <a:pPr indent="0" lvl="0" marL="0" rtl="0" algn="l">
              <a:lnSpc>
                <a:spcPct val="105000"/>
              </a:lnSpc>
              <a:spcBef>
                <a:spcPts val="1000"/>
              </a:spcBef>
              <a:spcAft>
                <a:spcPts val="0"/>
              </a:spcAft>
              <a:buClr>
                <a:schemeClr val="dk1"/>
              </a:buClr>
              <a:buSzPts val="1100"/>
              <a:buFont typeface="Arial"/>
              <a:buNone/>
            </a:pPr>
            <a:r>
              <a:rPr lang="it-IT" sz="2440"/>
              <a:t>Un programma concepito per avere solo interfacce verso altri programmi viene chiamato </a:t>
            </a:r>
            <a:r>
              <a:rPr b="1" lang="it-IT" sz="2440"/>
              <a:t>servizio</a:t>
            </a:r>
            <a:r>
              <a:rPr lang="it-IT" sz="2440"/>
              <a:t>.</a:t>
            </a:r>
            <a:endParaRPr sz="2440"/>
          </a:p>
          <a:p>
            <a:pPr indent="0" lvl="0" marL="0" rtl="0" algn="l">
              <a:lnSpc>
                <a:spcPct val="105000"/>
              </a:lnSpc>
              <a:spcBef>
                <a:spcPts val="1000"/>
              </a:spcBef>
              <a:spcAft>
                <a:spcPts val="0"/>
              </a:spcAft>
              <a:buClr>
                <a:schemeClr val="dk1"/>
              </a:buClr>
              <a:buSzPts val="1100"/>
              <a:buFont typeface="Arial"/>
              <a:buNone/>
            </a:pPr>
            <a:r>
              <a:rPr lang="it-IT" sz="2440"/>
              <a:t>Un servizio è un’unità software progettata per realizzare uno specifico compito, per esempio ottenere certe informazioni oppure eseguire un’operazione.</a:t>
            </a:r>
            <a:endParaRPr sz="2440"/>
          </a:p>
          <a:p>
            <a:pPr indent="0" lvl="0" marL="0" rtl="0" algn="l">
              <a:lnSpc>
                <a:spcPct val="105000"/>
              </a:lnSpc>
              <a:spcBef>
                <a:spcPts val="1000"/>
              </a:spcBef>
              <a:spcAft>
                <a:spcPts val="0"/>
              </a:spcAft>
              <a:buClr>
                <a:schemeClr val="dk1"/>
              </a:buClr>
              <a:buSzPts val="1100"/>
              <a:buFont typeface="Arial"/>
              <a:buNone/>
            </a:pPr>
            <a:r>
              <a:rPr lang="it-IT" sz="2440"/>
              <a:t>I servizi diventano quindi i mattoni (o sarebbe meglio dire i prefabbricati) con cui costruire nuove applicazioni.</a:t>
            </a:r>
            <a:endParaRPr sz="2440"/>
          </a:p>
          <a:p>
            <a:pPr indent="0" lvl="0" marL="0" rtl="0" algn="l">
              <a:lnSpc>
                <a:spcPct val="105000"/>
              </a:lnSpc>
              <a:spcBef>
                <a:spcPts val="1000"/>
              </a:spcBef>
              <a:spcAft>
                <a:spcPts val="0"/>
              </a:spcAft>
              <a:buClr>
                <a:schemeClr val="dk1"/>
              </a:buClr>
              <a:buSzPts val="935"/>
              <a:buFont typeface="Arial"/>
              <a:buNone/>
            </a:pPr>
            <a:r>
              <a:t/>
            </a:r>
            <a:endParaRPr sz="2440"/>
          </a:p>
        </p:txBody>
      </p:sp>
      <p:pic>
        <p:nvPicPr>
          <p:cNvPr id="127" name="Google Shape;127;g22d2710c5fa_0_43"/>
          <p:cNvPicPr preferRelativeResize="0"/>
          <p:nvPr/>
        </p:nvPicPr>
        <p:blipFill>
          <a:blip r:embed="rId3">
            <a:alphaModFix/>
          </a:blip>
          <a:stretch>
            <a:fillRect/>
          </a:stretch>
        </p:blipFill>
        <p:spPr>
          <a:xfrm>
            <a:off x="2495538" y="4868875"/>
            <a:ext cx="6984924" cy="16081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g22d2710c5fa_0_51"/>
          <p:cNvSpPr txBox="1"/>
          <p:nvPr>
            <p:ph idx="2" type="body"/>
          </p:nvPr>
        </p:nvSpPr>
        <p:spPr>
          <a:xfrm>
            <a:off x="695325" y="549275"/>
            <a:ext cx="10283700" cy="5668500"/>
          </a:xfrm>
          <a:prstGeom prst="rect">
            <a:avLst/>
          </a:prstGeom>
          <a:noFill/>
          <a:ln>
            <a:noFill/>
          </a:ln>
        </p:spPr>
        <p:txBody>
          <a:bodyPr anchorCtr="0" anchor="t" bIns="45700" lIns="91425" spcFirstLastPara="1" rIns="91425" wrap="square" tIns="45700">
            <a:noAutofit/>
          </a:bodyPr>
          <a:lstStyle/>
          <a:p>
            <a:pPr indent="0" lvl="0" marL="0" rtl="0" algn="l">
              <a:spcBef>
                <a:spcPts val="1000"/>
              </a:spcBef>
              <a:spcAft>
                <a:spcPts val="0"/>
              </a:spcAft>
              <a:buNone/>
            </a:pPr>
            <a:r>
              <a:rPr b="1" lang="it-IT" sz="2420"/>
              <a:t>Un’architettura per i servizi: SOA</a:t>
            </a:r>
            <a:endParaRPr b="1" sz="2420"/>
          </a:p>
          <a:p>
            <a:pPr indent="0" lvl="0" marL="0" rtl="0" algn="l">
              <a:spcBef>
                <a:spcPts val="1000"/>
              </a:spcBef>
              <a:spcAft>
                <a:spcPts val="0"/>
              </a:spcAft>
              <a:buNone/>
            </a:pPr>
            <a:r>
              <a:rPr lang="it-IT" sz="2420"/>
              <a:t>Creare applicazioni per sistemi distribuiti richiede la realizzazione di software fatto di componenti che siano sviluppate e mantenute in modo separato, ma che possano comunicare tra loro e lavorare insieme per svolgere specifici compiti.</a:t>
            </a:r>
            <a:endParaRPr sz="2420"/>
          </a:p>
          <a:p>
            <a:pPr indent="0" lvl="0" marL="0" rtl="0" algn="l">
              <a:spcBef>
                <a:spcPts val="1000"/>
              </a:spcBef>
              <a:spcAft>
                <a:spcPts val="0"/>
              </a:spcAft>
              <a:buNone/>
            </a:pPr>
            <a:r>
              <a:rPr lang="it-IT" sz="2420"/>
              <a:t>Una caratteristica di queste componenti software è la </a:t>
            </a:r>
            <a:r>
              <a:rPr b="1" lang="it-IT" sz="2420"/>
              <a:t>riusabilità</a:t>
            </a:r>
            <a:r>
              <a:rPr lang="it-IT" sz="2420"/>
              <a:t>.</a:t>
            </a:r>
            <a:endParaRPr sz="2420"/>
          </a:p>
          <a:p>
            <a:pPr indent="0" lvl="0" marL="0" rtl="0" algn="l">
              <a:spcBef>
                <a:spcPts val="1000"/>
              </a:spcBef>
              <a:spcAft>
                <a:spcPts val="0"/>
              </a:spcAft>
              <a:buNone/>
            </a:pPr>
            <a:r>
              <a:rPr lang="it-IT" sz="2420"/>
              <a:t>Il modello architetturale </a:t>
            </a:r>
            <a:r>
              <a:rPr b="1" lang="it-IT" sz="2420"/>
              <a:t>SOA </a:t>
            </a:r>
            <a:r>
              <a:rPr lang="it-IT" sz="2420"/>
              <a:t>si basa sull’idea di software distribuito costituito da servizi elementari che cooperano per fornire una soluzione a un problema complesso.</a:t>
            </a:r>
            <a:endParaRPr sz="2420"/>
          </a:p>
          <a:p>
            <a:pPr indent="0" lvl="0" marL="0" rtl="0" algn="l">
              <a:spcBef>
                <a:spcPts val="1000"/>
              </a:spcBef>
              <a:spcAft>
                <a:spcPts val="0"/>
              </a:spcAft>
              <a:buNone/>
            </a:pPr>
            <a:r>
              <a:t/>
            </a:r>
            <a:endParaRPr sz="2420"/>
          </a:p>
          <a:p>
            <a:pPr indent="0" lvl="0" marL="0" rtl="0" algn="l">
              <a:spcBef>
                <a:spcPts val="1000"/>
              </a:spcBef>
              <a:spcAft>
                <a:spcPts val="0"/>
              </a:spcAft>
              <a:buNone/>
            </a:pPr>
            <a:r>
              <a:t/>
            </a:r>
            <a:endParaRPr sz="2420"/>
          </a:p>
          <a:p>
            <a:pPr indent="0" lvl="0" marL="0" rtl="0" algn="l">
              <a:spcBef>
                <a:spcPts val="1000"/>
              </a:spcBef>
              <a:spcAft>
                <a:spcPts val="0"/>
              </a:spcAft>
              <a:buNone/>
            </a:pPr>
            <a:r>
              <a:t/>
            </a:r>
            <a:endParaRPr sz="2420"/>
          </a:p>
          <a:p>
            <a:pPr indent="0" lvl="0" marL="0" rtl="0" algn="l">
              <a:spcBef>
                <a:spcPts val="1000"/>
              </a:spcBef>
              <a:spcAft>
                <a:spcPts val="0"/>
              </a:spcAft>
              <a:buNone/>
            </a:pPr>
            <a:r>
              <a:t/>
            </a:r>
            <a:endParaRPr sz="242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g22d2710c5fa_0_58"/>
          <p:cNvSpPr txBox="1"/>
          <p:nvPr>
            <p:ph idx="2" type="body"/>
          </p:nvPr>
        </p:nvSpPr>
        <p:spPr>
          <a:xfrm>
            <a:off x="695325" y="549275"/>
            <a:ext cx="6198300" cy="5668500"/>
          </a:xfrm>
          <a:prstGeom prst="rect">
            <a:avLst/>
          </a:prstGeom>
          <a:noFill/>
          <a:ln>
            <a:noFill/>
          </a:ln>
        </p:spPr>
        <p:txBody>
          <a:bodyPr anchorCtr="0" anchor="t" bIns="45700" lIns="91425" spcFirstLastPara="1" rIns="91425" wrap="square" tIns="45700">
            <a:noAutofit/>
          </a:bodyPr>
          <a:lstStyle/>
          <a:p>
            <a:pPr indent="0" lvl="0" marL="0" rtl="0" algn="l">
              <a:spcBef>
                <a:spcPts val="1000"/>
              </a:spcBef>
              <a:spcAft>
                <a:spcPts val="0"/>
              </a:spcAft>
              <a:buNone/>
            </a:pPr>
            <a:r>
              <a:rPr lang="it-IT" sz="2420"/>
              <a:t>La figura schematizza il funzionamento di un’architettura SOA:</a:t>
            </a:r>
            <a:endParaRPr sz="2420"/>
          </a:p>
          <a:p>
            <a:pPr indent="-382270" lvl="0" marL="457200" rtl="0" algn="l">
              <a:spcBef>
                <a:spcPts val="1000"/>
              </a:spcBef>
              <a:spcAft>
                <a:spcPts val="0"/>
              </a:spcAft>
              <a:buSzPts val="2420"/>
              <a:buAutoNum type="arabicPeriod"/>
            </a:pPr>
            <a:r>
              <a:rPr lang="it-IT" sz="2420"/>
              <a:t>il </a:t>
            </a:r>
            <a:r>
              <a:rPr b="1" lang="it-IT" sz="2420"/>
              <a:t>service provider</a:t>
            </a:r>
            <a:r>
              <a:rPr lang="it-IT" sz="2420"/>
              <a:t> pubblica il servizio presso un </a:t>
            </a:r>
            <a:r>
              <a:rPr b="1" lang="it-IT" sz="2420"/>
              <a:t>registry</a:t>
            </a:r>
            <a:r>
              <a:rPr lang="it-IT" sz="2420"/>
              <a:t>;</a:t>
            </a:r>
            <a:endParaRPr sz="2420"/>
          </a:p>
          <a:p>
            <a:pPr indent="-382270" lvl="0" marL="457200" rtl="0" algn="l">
              <a:spcBef>
                <a:spcPts val="0"/>
              </a:spcBef>
              <a:spcAft>
                <a:spcPts val="0"/>
              </a:spcAft>
              <a:buSzPts val="2420"/>
              <a:buAutoNum type="arabicPeriod"/>
            </a:pPr>
            <a:r>
              <a:rPr lang="it-IT" sz="2420"/>
              <a:t>il </a:t>
            </a:r>
            <a:r>
              <a:rPr b="1" lang="it-IT" sz="2420"/>
              <a:t>consumer </a:t>
            </a:r>
            <a:r>
              <a:rPr lang="it-IT" sz="2420"/>
              <a:t>si rivolge al registry per ottenere il riferimento e tutte le informazioni per l’accesso al servizio;</a:t>
            </a:r>
            <a:endParaRPr sz="2420"/>
          </a:p>
          <a:p>
            <a:pPr indent="-382270" lvl="0" marL="457200" rtl="0" algn="l">
              <a:spcBef>
                <a:spcPts val="0"/>
              </a:spcBef>
              <a:spcAft>
                <a:spcPts val="0"/>
              </a:spcAft>
              <a:buSzPts val="2420"/>
              <a:buAutoNum type="arabicPeriod"/>
            </a:pPr>
            <a:r>
              <a:rPr lang="it-IT" sz="2420"/>
              <a:t>il consumer può invocare le chiamate al servizio attraverso uno scambio di messaggi di richiesta e risposta.</a:t>
            </a:r>
            <a:endParaRPr sz="2420"/>
          </a:p>
          <a:p>
            <a:pPr indent="0" lvl="0" marL="0" rtl="0" algn="l">
              <a:spcBef>
                <a:spcPts val="1000"/>
              </a:spcBef>
              <a:spcAft>
                <a:spcPts val="0"/>
              </a:spcAft>
              <a:buNone/>
            </a:pPr>
            <a:r>
              <a:t/>
            </a:r>
            <a:endParaRPr sz="2420"/>
          </a:p>
          <a:p>
            <a:pPr indent="0" lvl="0" marL="0" rtl="0" algn="l">
              <a:spcBef>
                <a:spcPts val="1000"/>
              </a:spcBef>
              <a:spcAft>
                <a:spcPts val="0"/>
              </a:spcAft>
              <a:buNone/>
            </a:pPr>
            <a:r>
              <a:t/>
            </a:r>
            <a:endParaRPr sz="2420"/>
          </a:p>
          <a:p>
            <a:pPr indent="0" lvl="0" marL="0" rtl="0" algn="l">
              <a:spcBef>
                <a:spcPts val="1000"/>
              </a:spcBef>
              <a:spcAft>
                <a:spcPts val="0"/>
              </a:spcAft>
              <a:buNone/>
            </a:pPr>
            <a:r>
              <a:t/>
            </a:r>
            <a:endParaRPr sz="2420"/>
          </a:p>
          <a:p>
            <a:pPr indent="0" lvl="0" marL="0" rtl="0" algn="l">
              <a:spcBef>
                <a:spcPts val="1000"/>
              </a:spcBef>
              <a:spcAft>
                <a:spcPts val="0"/>
              </a:spcAft>
              <a:buNone/>
            </a:pPr>
            <a:r>
              <a:t/>
            </a:r>
            <a:endParaRPr sz="2420"/>
          </a:p>
        </p:txBody>
      </p:sp>
      <p:pic>
        <p:nvPicPr>
          <p:cNvPr id="138" name="Google Shape;138;g22d2710c5fa_0_58"/>
          <p:cNvPicPr preferRelativeResize="0"/>
          <p:nvPr/>
        </p:nvPicPr>
        <p:blipFill>
          <a:blip r:embed="rId3">
            <a:alphaModFix/>
          </a:blip>
          <a:stretch>
            <a:fillRect/>
          </a:stretch>
        </p:blipFill>
        <p:spPr>
          <a:xfrm>
            <a:off x="7093400" y="1762575"/>
            <a:ext cx="4993575" cy="324190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22d2710c5fa_0_64"/>
          <p:cNvSpPr txBox="1"/>
          <p:nvPr>
            <p:ph idx="2" type="body"/>
          </p:nvPr>
        </p:nvSpPr>
        <p:spPr>
          <a:xfrm>
            <a:off x="695325" y="549275"/>
            <a:ext cx="10283700" cy="5668500"/>
          </a:xfrm>
          <a:prstGeom prst="rect">
            <a:avLst/>
          </a:prstGeom>
          <a:noFill/>
          <a:ln>
            <a:noFill/>
          </a:ln>
        </p:spPr>
        <p:txBody>
          <a:bodyPr anchorCtr="0" anchor="t" bIns="45700" lIns="91425" spcFirstLastPara="1" rIns="91425" wrap="square" tIns="45700">
            <a:noAutofit/>
          </a:bodyPr>
          <a:lstStyle/>
          <a:p>
            <a:pPr indent="0" lvl="0" marL="0" rtl="0" algn="l">
              <a:spcBef>
                <a:spcPts val="1000"/>
              </a:spcBef>
              <a:spcAft>
                <a:spcPts val="0"/>
              </a:spcAft>
              <a:buNone/>
            </a:pPr>
            <a:r>
              <a:rPr b="1" lang="it-IT" sz="2420"/>
              <a:t>L’evoluzione di SOA: i microservizi</a:t>
            </a:r>
            <a:endParaRPr sz="2420"/>
          </a:p>
          <a:p>
            <a:pPr indent="0" lvl="0" marL="0" rtl="0" algn="l">
              <a:spcBef>
                <a:spcPts val="1000"/>
              </a:spcBef>
              <a:spcAft>
                <a:spcPts val="0"/>
              </a:spcAft>
              <a:buNone/>
            </a:pPr>
            <a:r>
              <a:rPr lang="it-IT" sz="2420"/>
              <a:t>Negli ultimi anni è emersa un’altra architettura orientata ai servizi, la </a:t>
            </a:r>
            <a:r>
              <a:rPr b="1" lang="it-IT" sz="2420"/>
              <a:t>Micro Service Architecture</a:t>
            </a:r>
            <a:r>
              <a:rPr lang="it-IT" sz="2420"/>
              <a:t> (MSA), in cui il concetto di servizio è sostituito da quello di microservizio.</a:t>
            </a:r>
            <a:endParaRPr sz="2420"/>
          </a:p>
          <a:p>
            <a:pPr indent="0" lvl="0" marL="0" rtl="0" algn="l">
              <a:spcBef>
                <a:spcPts val="1000"/>
              </a:spcBef>
              <a:spcAft>
                <a:spcPts val="0"/>
              </a:spcAft>
              <a:buNone/>
            </a:pPr>
            <a:r>
              <a:rPr lang="it-IT" sz="2420"/>
              <a:t>Un </a:t>
            </a:r>
            <a:r>
              <a:rPr b="1" lang="it-IT" sz="2420"/>
              <a:t>microservizio </a:t>
            </a:r>
            <a:r>
              <a:rPr lang="it-IT" sz="2420"/>
              <a:t>è progettato per svolgere un compito molto specifico e solo quello, operando nel modo più autonomo possibile.</a:t>
            </a:r>
            <a:endParaRPr sz="2420"/>
          </a:p>
          <a:p>
            <a:pPr indent="0" lvl="0" marL="0" rtl="0" algn="l">
              <a:spcBef>
                <a:spcPts val="1000"/>
              </a:spcBef>
              <a:spcAft>
                <a:spcPts val="0"/>
              </a:spcAft>
              <a:buNone/>
            </a:pPr>
            <a:r>
              <a:t/>
            </a:r>
            <a:endParaRPr b="1" sz="2420"/>
          </a:p>
          <a:p>
            <a:pPr indent="0" lvl="0" marL="0" rtl="0" algn="l">
              <a:spcBef>
                <a:spcPts val="1000"/>
              </a:spcBef>
              <a:spcAft>
                <a:spcPts val="0"/>
              </a:spcAft>
              <a:buNone/>
            </a:pPr>
            <a:r>
              <a:t/>
            </a:r>
            <a:endParaRPr sz="2420"/>
          </a:p>
          <a:p>
            <a:pPr indent="0" lvl="0" marL="0" rtl="0" algn="l">
              <a:spcBef>
                <a:spcPts val="1000"/>
              </a:spcBef>
              <a:spcAft>
                <a:spcPts val="0"/>
              </a:spcAft>
              <a:buNone/>
            </a:pPr>
            <a:r>
              <a:t/>
            </a:r>
            <a:endParaRPr sz="2420"/>
          </a:p>
          <a:p>
            <a:pPr indent="0" lvl="0" marL="0" rtl="0" algn="l">
              <a:spcBef>
                <a:spcPts val="1000"/>
              </a:spcBef>
              <a:spcAft>
                <a:spcPts val="0"/>
              </a:spcAft>
              <a:buNone/>
            </a:pPr>
            <a:r>
              <a:t/>
            </a:r>
            <a:endParaRPr sz="2420"/>
          </a:p>
          <a:p>
            <a:pPr indent="0" lvl="0" marL="0" rtl="0" algn="l">
              <a:spcBef>
                <a:spcPts val="1000"/>
              </a:spcBef>
              <a:spcAft>
                <a:spcPts val="0"/>
              </a:spcAft>
              <a:buNone/>
            </a:pPr>
            <a:r>
              <a:t/>
            </a:r>
            <a:endParaRPr sz="242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22d2710c5fa_0_69"/>
          <p:cNvSpPr txBox="1"/>
          <p:nvPr>
            <p:ph idx="1" type="body"/>
          </p:nvPr>
        </p:nvSpPr>
        <p:spPr>
          <a:xfrm>
            <a:off x="695324" y="549275"/>
            <a:ext cx="9001200" cy="14400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45CCCB"/>
              </a:buClr>
              <a:buSzPts val="2400"/>
              <a:buNone/>
            </a:pPr>
            <a:r>
              <a:rPr lang="it-IT">
                <a:solidFill>
                  <a:srgbClr val="45CCCB"/>
                </a:solidFill>
              </a:rPr>
              <a:t>I</a:t>
            </a:r>
            <a:r>
              <a:rPr lang="it-IT">
                <a:solidFill>
                  <a:srgbClr val="45CCCB"/>
                </a:solidFill>
              </a:rPr>
              <a:t> web service</a:t>
            </a:r>
            <a:endParaRPr>
              <a:solidFill>
                <a:srgbClr val="45CCCB"/>
              </a:solidFill>
            </a:endParaRPr>
          </a:p>
          <a:p>
            <a:pPr indent="0" lvl="0" marL="0" rtl="0" algn="l">
              <a:lnSpc>
                <a:spcPct val="100000"/>
              </a:lnSpc>
              <a:spcBef>
                <a:spcPts val="1000"/>
              </a:spcBef>
              <a:spcAft>
                <a:spcPts val="0"/>
              </a:spcAft>
              <a:buClr>
                <a:schemeClr val="accent1"/>
              </a:buClr>
              <a:buSzPts val="2400"/>
              <a:buNone/>
            </a:pPr>
            <a:r>
              <a:t/>
            </a:r>
            <a:endParaRPr>
              <a:solidFill>
                <a:srgbClr val="45CCCB"/>
              </a:solidFill>
            </a:endParaRPr>
          </a:p>
        </p:txBody>
      </p:sp>
      <p:sp>
        <p:nvSpPr>
          <p:cNvPr id="149" name="Google Shape;149;g22d2710c5fa_0_69"/>
          <p:cNvSpPr txBox="1"/>
          <p:nvPr>
            <p:ph idx="2" type="body"/>
          </p:nvPr>
        </p:nvSpPr>
        <p:spPr>
          <a:xfrm>
            <a:off x="695325" y="1631875"/>
            <a:ext cx="10645200" cy="4677000"/>
          </a:xfrm>
          <a:prstGeom prst="rect">
            <a:avLst/>
          </a:prstGeom>
          <a:noFill/>
          <a:ln>
            <a:noFill/>
          </a:ln>
        </p:spPr>
        <p:txBody>
          <a:bodyPr anchorCtr="0" anchor="t" bIns="45700" lIns="91425" spcFirstLastPara="1" rIns="91425" wrap="square" tIns="45700">
            <a:noAutofit/>
          </a:bodyPr>
          <a:lstStyle/>
          <a:p>
            <a:pPr indent="0" lvl="0" marL="0" rtl="0" algn="l">
              <a:lnSpc>
                <a:spcPct val="105000"/>
              </a:lnSpc>
              <a:spcBef>
                <a:spcPts val="1000"/>
              </a:spcBef>
              <a:spcAft>
                <a:spcPts val="0"/>
              </a:spcAft>
              <a:buClr>
                <a:schemeClr val="dk1"/>
              </a:buClr>
              <a:buSzPts val="1100"/>
              <a:buFont typeface="Arial"/>
              <a:buNone/>
            </a:pPr>
            <a:r>
              <a:rPr lang="it-IT" sz="2440"/>
              <a:t>I </a:t>
            </a:r>
            <a:r>
              <a:rPr b="1" lang="it-IT" sz="2440"/>
              <a:t>web service</a:t>
            </a:r>
            <a:r>
              <a:rPr lang="it-IT" sz="2440"/>
              <a:t> sono applicazioni web che </a:t>
            </a:r>
            <a:r>
              <a:rPr b="1" lang="it-IT" sz="2440"/>
              <a:t>cooperano </a:t>
            </a:r>
            <a:r>
              <a:rPr lang="it-IT" sz="2440"/>
              <a:t>fra loro, indipendentemente dalla piattaforma sulla quale si trovano, attraverso lo </a:t>
            </a:r>
            <a:r>
              <a:rPr b="1" lang="it-IT" sz="2440"/>
              <a:t>scambio di messaggi</a:t>
            </a:r>
            <a:r>
              <a:rPr lang="it-IT" sz="2440"/>
              <a:t>.</a:t>
            </a:r>
            <a:endParaRPr sz="2440"/>
          </a:p>
          <a:p>
            <a:pPr indent="0" lvl="0" marL="0" rtl="0" algn="l">
              <a:lnSpc>
                <a:spcPct val="105000"/>
              </a:lnSpc>
              <a:spcBef>
                <a:spcPts val="1000"/>
              </a:spcBef>
              <a:spcAft>
                <a:spcPts val="0"/>
              </a:spcAft>
              <a:buClr>
                <a:schemeClr val="dk1"/>
              </a:buClr>
              <a:buSzPts val="1100"/>
              <a:buFont typeface="Arial"/>
              <a:buNone/>
            </a:pPr>
            <a:r>
              <a:rPr lang="it-IT" sz="2440"/>
              <a:t>Lo scopo principale di un servizio web è fornire una via estremamente semplice e versatile per far comunicare componenti software </a:t>
            </a:r>
            <a:r>
              <a:rPr b="1" lang="it-IT" sz="2440"/>
              <a:t>attraverso Internet</a:t>
            </a:r>
            <a:r>
              <a:rPr lang="it-IT" sz="2440"/>
              <a:t>. La chiave è l’</a:t>
            </a:r>
            <a:r>
              <a:rPr b="1" lang="it-IT" sz="2440"/>
              <a:t>interoperabilità</a:t>
            </a:r>
            <a:r>
              <a:rPr lang="it-IT" sz="2440"/>
              <a:t>: permette infatti la comunicazione tra software diversi eseguiti su sistemi operativi e hardware eterogenei.</a:t>
            </a:r>
            <a:endParaRPr sz="2440"/>
          </a:p>
          <a:p>
            <a:pPr indent="0" lvl="0" marL="0" rtl="0" algn="l">
              <a:lnSpc>
                <a:spcPct val="105000"/>
              </a:lnSpc>
              <a:spcBef>
                <a:spcPts val="1000"/>
              </a:spcBef>
              <a:spcAft>
                <a:spcPts val="0"/>
              </a:spcAft>
              <a:buClr>
                <a:schemeClr val="dk1"/>
              </a:buClr>
              <a:buSzPts val="1100"/>
              <a:buFont typeface="Arial"/>
              <a:buNone/>
            </a:pPr>
            <a:r>
              <a:t/>
            </a:r>
            <a:endParaRPr sz="2440"/>
          </a:p>
          <a:p>
            <a:pPr indent="0" lvl="0" marL="0" rtl="0" algn="l">
              <a:lnSpc>
                <a:spcPct val="105000"/>
              </a:lnSpc>
              <a:spcBef>
                <a:spcPts val="1000"/>
              </a:spcBef>
              <a:spcAft>
                <a:spcPts val="0"/>
              </a:spcAft>
              <a:buClr>
                <a:schemeClr val="dk1"/>
              </a:buClr>
              <a:buSzPts val="1100"/>
              <a:buFont typeface="Arial"/>
              <a:buNone/>
            </a:pPr>
            <a:r>
              <a:t/>
            </a:r>
            <a:endParaRPr sz="2440"/>
          </a:p>
          <a:p>
            <a:pPr indent="0" lvl="0" marL="0" rtl="0" algn="l">
              <a:lnSpc>
                <a:spcPct val="105000"/>
              </a:lnSpc>
              <a:spcBef>
                <a:spcPts val="1000"/>
              </a:spcBef>
              <a:spcAft>
                <a:spcPts val="0"/>
              </a:spcAft>
              <a:buClr>
                <a:schemeClr val="dk1"/>
              </a:buClr>
              <a:buSzPts val="935"/>
              <a:buFont typeface="Arial"/>
              <a:buNone/>
            </a:pPr>
            <a:r>
              <a:t/>
            </a:r>
            <a:endParaRPr sz="244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g22d2710c5fa_0_77"/>
          <p:cNvSpPr txBox="1"/>
          <p:nvPr>
            <p:ph idx="2" type="body"/>
          </p:nvPr>
        </p:nvSpPr>
        <p:spPr>
          <a:xfrm>
            <a:off x="695325" y="549275"/>
            <a:ext cx="10283700" cy="5668500"/>
          </a:xfrm>
          <a:prstGeom prst="rect">
            <a:avLst/>
          </a:prstGeom>
          <a:noFill/>
          <a:ln>
            <a:noFill/>
          </a:ln>
        </p:spPr>
        <p:txBody>
          <a:bodyPr anchorCtr="0" anchor="t" bIns="45700" lIns="91425" spcFirstLastPara="1" rIns="91425" wrap="square" tIns="45700">
            <a:noAutofit/>
          </a:bodyPr>
          <a:lstStyle/>
          <a:p>
            <a:pPr indent="0" lvl="0" marL="0" rtl="0" algn="l">
              <a:spcBef>
                <a:spcPts val="1000"/>
              </a:spcBef>
              <a:spcAft>
                <a:spcPts val="0"/>
              </a:spcAft>
              <a:buNone/>
            </a:pPr>
            <a:r>
              <a:rPr b="1" lang="it-IT" sz="2420"/>
              <a:t>Le modalità di creazione di un web service: SOAP e REST</a:t>
            </a:r>
            <a:endParaRPr b="1" sz="2420"/>
          </a:p>
          <a:p>
            <a:pPr indent="-382270" lvl="0" marL="457200" rtl="0" algn="l">
              <a:spcBef>
                <a:spcPts val="1000"/>
              </a:spcBef>
              <a:spcAft>
                <a:spcPts val="0"/>
              </a:spcAft>
              <a:buSzPts val="2420"/>
              <a:buChar char="●"/>
            </a:pPr>
            <a:r>
              <a:rPr b="1" lang="it-IT" sz="2420"/>
              <a:t>SOAP</a:t>
            </a:r>
            <a:r>
              <a:rPr lang="it-IT" sz="2420"/>
              <a:t>: è un modello molto formale in cui i servizi remoti sono richiamati tramite invio e ricezione di messaggi che ricordano il paradigma RPC. Le regole di interazione tra client e server sono descritte in un documento apposito e per questa ragione risultano più difficili da manutenere.</a:t>
            </a:r>
            <a:endParaRPr sz="2420"/>
          </a:p>
          <a:p>
            <a:pPr indent="-382270" lvl="0" marL="457200" rtl="0" algn="l">
              <a:spcBef>
                <a:spcPts val="0"/>
              </a:spcBef>
              <a:spcAft>
                <a:spcPts val="0"/>
              </a:spcAft>
              <a:buSzPts val="2420"/>
              <a:buChar char="●"/>
            </a:pPr>
            <a:r>
              <a:rPr b="1" lang="it-IT" sz="2420"/>
              <a:t>REST</a:t>
            </a:r>
            <a:r>
              <a:rPr lang="it-IT" sz="2420"/>
              <a:t>: è un’architettura che utilizza HTTP come protocollo applicativo; è un’architettura client-server stateless nella quale i web service sono visti come delle risorse identificate dal loro URI. Il client utilizzerà questo URI per accedere alla risorsa.</a:t>
            </a:r>
            <a:endParaRPr sz="2420"/>
          </a:p>
          <a:p>
            <a:pPr indent="0" lvl="0" marL="0" rtl="0" algn="l">
              <a:spcBef>
                <a:spcPts val="1000"/>
              </a:spcBef>
              <a:spcAft>
                <a:spcPts val="0"/>
              </a:spcAft>
              <a:buNone/>
            </a:pPr>
            <a:r>
              <a:t/>
            </a:r>
            <a:endParaRPr sz="2420"/>
          </a:p>
          <a:p>
            <a:pPr indent="0" lvl="0" marL="0" rtl="0" algn="l">
              <a:spcBef>
                <a:spcPts val="1000"/>
              </a:spcBef>
              <a:spcAft>
                <a:spcPts val="0"/>
              </a:spcAft>
              <a:buNone/>
            </a:pPr>
            <a:r>
              <a:t/>
            </a:r>
            <a:endParaRPr sz="2420"/>
          </a:p>
          <a:p>
            <a:pPr indent="0" lvl="0" marL="0" rtl="0" algn="l">
              <a:spcBef>
                <a:spcPts val="1000"/>
              </a:spcBef>
              <a:spcAft>
                <a:spcPts val="0"/>
              </a:spcAft>
              <a:buNone/>
            </a:pPr>
            <a:r>
              <a:t/>
            </a:r>
            <a:endParaRPr sz="2420"/>
          </a:p>
          <a:p>
            <a:pPr indent="0" lvl="0" marL="0" rtl="0" algn="l">
              <a:spcBef>
                <a:spcPts val="1000"/>
              </a:spcBef>
              <a:spcAft>
                <a:spcPts val="0"/>
              </a:spcAft>
              <a:buNone/>
            </a:pPr>
            <a:r>
              <a:t/>
            </a:r>
            <a:endParaRPr sz="2420"/>
          </a:p>
          <a:p>
            <a:pPr indent="0" lvl="0" marL="0" rtl="0" algn="l">
              <a:spcBef>
                <a:spcPts val="1000"/>
              </a:spcBef>
              <a:spcAft>
                <a:spcPts val="0"/>
              </a:spcAft>
              <a:buNone/>
            </a:pPr>
            <a:r>
              <a:t/>
            </a:r>
            <a:endParaRPr sz="242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g22d2710c5fa_0_82"/>
          <p:cNvSpPr txBox="1"/>
          <p:nvPr>
            <p:ph idx="2" type="body"/>
          </p:nvPr>
        </p:nvSpPr>
        <p:spPr>
          <a:xfrm>
            <a:off x="695325" y="549275"/>
            <a:ext cx="6198300" cy="5668500"/>
          </a:xfrm>
          <a:prstGeom prst="rect">
            <a:avLst/>
          </a:prstGeom>
          <a:noFill/>
          <a:ln>
            <a:noFill/>
          </a:ln>
        </p:spPr>
        <p:txBody>
          <a:bodyPr anchorCtr="0" anchor="t" bIns="45700" lIns="91425" spcFirstLastPara="1" rIns="91425" wrap="square" tIns="45700">
            <a:noAutofit/>
          </a:bodyPr>
          <a:lstStyle/>
          <a:p>
            <a:pPr indent="0" lvl="0" marL="0" rtl="0" algn="l">
              <a:spcBef>
                <a:spcPts val="1000"/>
              </a:spcBef>
              <a:spcAft>
                <a:spcPts val="0"/>
              </a:spcAft>
              <a:buNone/>
            </a:pPr>
            <a:r>
              <a:rPr lang="it-IT" sz="2420"/>
              <a:t>La figura presenta un’analogia con la posta cartacea: SOAP è raffigurato come una busta che contiene una lettera e REST come una cartolina, evidenziando in questo modo l’aspetto più formale di SOAP che lo rende meno performante di REST.</a:t>
            </a:r>
            <a:endParaRPr sz="2420"/>
          </a:p>
          <a:p>
            <a:pPr indent="0" lvl="0" marL="0" rtl="0" algn="l">
              <a:spcBef>
                <a:spcPts val="1000"/>
              </a:spcBef>
              <a:spcAft>
                <a:spcPts val="0"/>
              </a:spcAft>
              <a:buNone/>
            </a:pPr>
            <a:r>
              <a:rPr b="1" lang="it-IT" sz="2420"/>
              <a:t>REST </a:t>
            </a:r>
            <a:r>
              <a:rPr lang="it-IT" sz="2420"/>
              <a:t>propone una visione del web basata sul concetto di </a:t>
            </a:r>
            <a:r>
              <a:rPr b="1" lang="it-IT" sz="2420"/>
              <a:t>risorsa</a:t>
            </a:r>
            <a:r>
              <a:rPr lang="it-IT" sz="2420"/>
              <a:t>, mentre </a:t>
            </a:r>
            <a:r>
              <a:rPr b="1" lang="it-IT" sz="2420"/>
              <a:t>SOAP </a:t>
            </a:r>
            <a:r>
              <a:rPr lang="it-IT" sz="2420"/>
              <a:t>mette in risalto il concetto di </a:t>
            </a:r>
            <a:r>
              <a:rPr b="1" lang="it-IT" sz="2420"/>
              <a:t>servizio</a:t>
            </a:r>
            <a:r>
              <a:rPr lang="it-IT" sz="2420"/>
              <a:t>.</a:t>
            </a:r>
            <a:endParaRPr sz="2420"/>
          </a:p>
          <a:p>
            <a:pPr indent="0" lvl="0" marL="0" rtl="0" algn="l">
              <a:spcBef>
                <a:spcPts val="1000"/>
              </a:spcBef>
              <a:spcAft>
                <a:spcPts val="0"/>
              </a:spcAft>
              <a:buNone/>
            </a:pPr>
            <a:r>
              <a:t/>
            </a:r>
            <a:endParaRPr sz="2420"/>
          </a:p>
          <a:p>
            <a:pPr indent="0" lvl="0" marL="0" rtl="0" algn="l">
              <a:spcBef>
                <a:spcPts val="1000"/>
              </a:spcBef>
              <a:spcAft>
                <a:spcPts val="0"/>
              </a:spcAft>
              <a:buNone/>
            </a:pPr>
            <a:r>
              <a:t/>
            </a:r>
            <a:endParaRPr sz="2420"/>
          </a:p>
        </p:txBody>
      </p:sp>
      <p:pic>
        <p:nvPicPr>
          <p:cNvPr id="160" name="Google Shape;160;g22d2710c5fa_0_82"/>
          <p:cNvPicPr preferRelativeResize="0"/>
          <p:nvPr/>
        </p:nvPicPr>
        <p:blipFill rotWithShape="1">
          <a:blip r:embed="rId3">
            <a:alphaModFix/>
          </a:blip>
          <a:srcRect b="0" l="2647" r="0" t="0"/>
          <a:stretch/>
        </p:blipFill>
        <p:spPr>
          <a:xfrm>
            <a:off x="6893625" y="1657375"/>
            <a:ext cx="5190850" cy="321150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id="165" name="Google Shape;165;g22d2710c5fa_0_88"/>
          <p:cNvPicPr preferRelativeResize="0"/>
          <p:nvPr/>
        </p:nvPicPr>
        <p:blipFill>
          <a:blip r:embed="rId3">
            <a:alphaModFix/>
          </a:blip>
          <a:stretch>
            <a:fillRect/>
          </a:stretch>
        </p:blipFill>
        <p:spPr>
          <a:xfrm>
            <a:off x="2479163" y="549275"/>
            <a:ext cx="7233675" cy="57403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g22d2710c5fa_0_93"/>
          <p:cNvSpPr txBox="1"/>
          <p:nvPr>
            <p:ph idx="1" type="body"/>
          </p:nvPr>
        </p:nvSpPr>
        <p:spPr>
          <a:xfrm>
            <a:off x="695324" y="549275"/>
            <a:ext cx="9001200" cy="14400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45CCCB"/>
              </a:buClr>
              <a:buSzPts val="2400"/>
              <a:buNone/>
            </a:pPr>
            <a:r>
              <a:rPr lang="it-IT">
                <a:solidFill>
                  <a:srgbClr val="45CCCB"/>
                </a:solidFill>
              </a:rPr>
              <a:t>I </a:t>
            </a:r>
            <a:r>
              <a:rPr lang="it-IT">
                <a:solidFill>
                  <a:srgbClr val="45CCCB"/>
                </a:solidFill>
              </a:rPr>
              <a:t>web service e il protocollo</a:t>
            </a:r>
            <a:r>
              <a:rPr lang="it-IT">
                <a:solidFill>
                  <a:srgbClr val="45CCCB"/>
                </a:solidFill>
              </a:rPr>
              <a:t> HTTP</a:t>
            </a:r>
            <a:endParaRPr>
              <a:solidFill>
                <a:srgbClr val="45CCCB"/>
              </a:solidFill>
            </a:endParaRPr>
          </a:p>
          <a:p>
            <a:pPr indent="0" lvl="0" marL="0" rtl="0" algn="l">
              <a:lnSpc>
                <a:spcPct val="100000"/>
              </a:lnSpc>
              <a:spcBef>
                <a:spcPts val="1000"/>
              </a:spcBef>
              <a:spcAft>
                <a:spcPts val="0"/>
              </a:spcAft>
              <a:buClr>
                <a:schemeClr val="accent1"/>
              </a:buClr>
              <a:buSzPts val="2400"/>
              <a:buNone/>
            </a:pPr>
            <a:r>
              <a:t/>
            </a:r>
            <a:endParaRPr>
              <a:solidFill>
                <a:srgbClr val="45CCCB"/>
              </a:solidFill>
            </a:endParaRPr>
          </a:p>
        </p:txBody>
      </p:sp>
      <p:sp>
        <p:nvSpPr>
          <p:cNvPr id="171" name="Google Shape;171;g22d2710c5fa_0_93"/>
          <p:cNvSpPr txBox="1"/>
          <p:nvPr>
            <p:ph idx="2" type="body"/>
          </p:nvPr>
        </p:nvSpPr>
        <p:spPr>
          <a:xfrm>
            <a:off x="695325" y="1631875"/>
            <a:ext cx="6056100" cy="4677000"/>
          </a:xfrm>
          <a:prstGeom prst="rect">
            <a:avLst/>
          </a:prstGeom>
          <a:noFill/>
          <a:ln>
            <a:noFill/>
          </a:ln>
        </p:spPr>
        <p:txBody>
          <a:bodyPr anchorCtr="0" anchor="t" bIns="45700" lIns="91425" spcFirstLastPara="1" rIns="91425" wrap="square" tIns="45700">
            <a:noAutofit/>
          </a:bodyPr>
          <a:lstStyle/>
          <a:p>
            <a:pPr indent="0" lvl="0" marL="0" rtl="0" algn="l">
              <a:lnSpc>
                <a:spcPct val="105000"/>
              </a:lnSpc>
              <a:spcBef>
                <a:spcPts val="1000"/>
              </a:spcBef>
              <a:spcAft>
                <a:spcPts val="0"/>
              </a:spcAft>
              <a:buClr>
                <a:schemeClr val="dk1"/>
              </a:buClr>
              <a:buSzPts val="1100"/>
              <a:buFont typeface="Arial"/>
              <a:buNone/>
            </a:pPr>
            <a:r>
              <a:rPr b="1" lang="it-IT" sz="2440"/>
              <a:t>HyperText Transfer Protocol (HTTP)</a:t>
            </a:r>
            <a:endParaRPr b="1" sz="2440"/>
          </a:p>
          <a:p>
            <a:pPr indent="0" lvl="0" marL="0" rtl="0" algn="l">
              <a:lnSpc>
                <a:spcPct val="105000"/>
              </a:lnSpc>
              <a:spcBef>
                <a:spcPts val="1000"/>
              </a:spcBef>
              <a:spcAft>
                <a:spcPts val="0"/>
              </a:spcAft>
              <a:buClr>
                <a:schemeClr val="dk1"/>
              </a:buClr>
              <a:buSzPts val="1100"/>
              <a:buFont typeface="Arial"/>
              <a:buNone/>
            </a:pPr>
            <a:r>
              <a:rPr lang="it-IT" sz="2440"/>
              <a:t>HTTP è un protocollo applicativo di rete di tipo clientserver, utilizzato per la distribuzione di informazioni ipertestuali. Tramite questo protocollo un web server e un browser (web client) possono scambiarsi dei dati attraverso il web utilizzando una connessione TCP.</a:t>
            </a:r>
            <a:endParaRPr sz="2440"/>
          </a:p>
          <a:p>
            <a:pPr indent="0" lvl="0" marL="0" rtl="0" algn="l">
              <a:lnSpc>
                <a:spcPct val="105000"/>
              </a:lnSpc>
              <a:spcBef>
                <a:spcPts val="1000"/>
              </a:spcBef>
              <a:spcAft>
                <a:spcPts val="0"/>
              </a:spcAft>
              <a:buClr>
                <a:schemeClr val="dk1"/>
              </a:buClr>
              <a:buSzPts val="1100"/>
              <a:buFont typeface="Arial"/>
              <a:buNone/>
            </a:pPr>
            <a:r>
              <a:t/>
            </a:r>
            <a:endParaRPr sz="2440"/>
          </a:p>
          <a:p>
            <a:pPr indent="0" lvl="0" marL="0" rtl="0" algn="l">
              <a:lnSpc>
                <a:spcPct val="105000"/>
              </a:lnSpc>
              <a:spcBef>
                <a:spcPts val="1000"/>
              </a:spcBef>
              <a:spcAft>
                <a:spcPts val="0"/>
              </a:spcAft>
              <a:buClr>
                <a:schemeClr val="dk1"/>
              </a:buClr>
              <a:buSzPts val="935"/>
              <a:buFont typeface="Arial"/>
              <a:buNone/>
            </a:pPr>
            <a:r>
              <a:t/>
            </a:r>
            <a:endParaRPr sz="2440"/>
          </a:p>
        </p:txBody>
      </p:sp>
      <p:pic>
        <p:nvPicPr>
          <p:cNvPr id="172" name="Google Shape;172;g22d2710c5fa_0_93"/>
          <p:cNvPicPr preferRelativeResize="0"/>
          <p:nvPr/>
        </p:nvPicPr>
        <p:blipFill>
          <a:blip r:embed="rId3">
            <a:alphaModFix/>
          </a:blip>
          <a:stretch>
            <a:fillRect/>
          </a:stretch>
        </p:blipFill>
        <p:spPr>
          <a:xfrm>
            <a:off x="6895325" y="2457450"/>
            <a:ext cx="5105400" cy="19431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g22d2710c5fa_0_100"/>
          <p:cNvSpPr txBox="1"/>
          <p:nvPr>
            <p:ph idx="2" type="body"/>
          </p:nvPr>
        </p:nvSpPr>
        <p:spPr>
          <a:xfrm>
            <a:off x="695325" y="549275"/>
            <a:ext cx="8721000" cy="5668500"/>
          </a:xfrm>
          <a:prstGeom prst="rect">
            <a:avLst/>
          </a:prstGeom>
          <a:noFill/>
          <a:ln>
            <a:noFill/>
          </a:ln>
        </p:spPr>
        <p:txBody>
          <a:bodyPr anchorCtr="0" anchor="t" bIns="45700" lIns="91425" spcFirstLastPara="1" rIns="91425" wrap="square" tIns="45700">
            <a:noAutofit/>
          </a:bodyPr>
          <a:lstStyle/>
          <a:p>
            <a:pPr indent="0" lvl="0" marL="0" rtl="0" algn="l">
              <a:spcBef>
                <a:spcPts val="1000"/>
              </a:spcBef>
              <a:spcAft>
                <a:spcPts val="0"/>
              </a:spcAft>
              <a:buNone/>
            </a:pPr>
            <a:r>
              <a:rPr b="1" lang="it-IT" sz="2420"/>
              <a:t>L’identificazione delle risorse</a:t>
            </a:r>
            <a:endParaRPr b="1" sz="2420"/>
          </a:p>
          <a:p>
            <a:pPr indent="0" lvl="0" marL="0" rtl="0" algn="l">
              <a:spcBef>
                <a:spcPts val="1000"/>
              </a:spcBef>
              <a:spcAft>
                <a:spcPts val="0"/>
              </a:spcAft>
              <a:buNone/>
            </a:pPr>
            <a:r>
              <a:rPr lang="it-IT" sz="2420"/>
              <a:t>Lo standard che attualmente consente di ottenere un riferimento universale e univoco per ogni risorsa disponibile in Internet si chiama </a:t>
            </a:r>
            <a:r>
              <a:rPr b="1" lang="it-IT" sz="2420"/>
              <a:t>URI</a:t>
            </a:r>
            <a:r>
              <a:rPr lang="it-IT" sz="2420"/>
              <a:t>. </a:t>
            </a:r>
            <a:endParaRPr sz="2420"/>
          </a:p>
          <a:p>
            <a:pPr indent="0" lvl="0" marL="0" rtl="0" algn="l">
              <a:spcBef>
                <a:spcPts val="1000"/>
              </a:spcBef>
              <a:spcAft>
                <a:spcPts val="0"/>
              </a:spcAft>
              <a:buNone/>
            </a:pPr>
            <a:r>
              <a:rPr lang="it-IT" sz="2420"/>
              <a:t>Un identificatore (URI) può essere ulteriormente classificato come una </a:t>
            </a:r>
            <a:r>
              <a:rPr b="1" lang="it-IT" sz="2420"/>
              <a:t>ubicazione in rete</a:t>
            </a:r>
            <a:r>
              <a:rPr lang="it-IT" sz="2420"/>
              <a:t> </a:t>
            </a:r>
            <a:r>
              <a:rPr lang="it-IT" sz="2420"/>
              <a:t>(URL) </a:t>
            </a:r>
            <a:r>
              <a:rPr lang="it-IT" sz="2420"/>
              <a:t>o un </a:t>
            </a:r>
            <a:r>
              <a:rPr b="1" lang="it-IT" sz="2420"/>
              <a:t>nome </a:t>
            </a:r>
            <a:r>
              <a:rPr lang="it-IT" sz="2420"/>
              <a:t>(URN) in uno specifico dominio di nomi o entrambi.</a:t>
            </a:r>
            <a:endParaRPr sz="2420"/>
          </a:p>
          <a:p>
            <a:pPr indent="0" lvl="0" marL="0" rtl="0" algn="l">
              <a:spcBef>
                <a:spcPts val="1000"/>
              </a:spcBef>
              <a:spcAft>
                <a:spcPts val="0"/>
              </a:spcAft>
              <a:buNone/>
            </a:pPr>
            <a:r>
              <a:rPr lang="it-IT" sz="2420"/>
              <a:t>Possiamo pensare un URL come  l’indirizzo e la URN come il nome di una persona.</a:t>
            </a:r>
            <a:endParaRPr sz="2420"/>
          </a:p>
          <a:p>
            <a:pPr indent="0" lvl="0" marL="0" rtl="0" algn="l">
              <a:spcBef>
                <a:spcPts val="1000"/>
              </a:spcBef>
              <a:spcAft>
                <a:spcPts val="0"/>
              </a:spcAft>
              <a:buNone/>
            </a:pPr>
            <a:r>
              <a:t/>
            </a:r>
            <a:endParaRPr sz="2420"/>
          </a:p>
        </p:txBody>
      </p:sp>
      <p:pic>
        <p:nvPicPr>
          <p:cNvPr id="178" name="Google Shape;178;g22d2710c5fa_0_100"/>
          <p:cNvPicPr preferRelativeResize="0"/>
          <p:nvPr/>
        </p:nvPicPr>
        <p:blipFill>
          <a:blip r:embed="rId3">
            <a:alphaModFix/>
          </a:blip>
          <a:stretch>
            <a:fillRect/>
          </a:stretch>
        </p:blipFill>
        <p:spPr>
          <a:xfrm>
            <a:off x="9416313" y="2248763"/>
            <a:ext cx="2447925" cy="20288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22d2710c5fa_0_147"/>
          <p:cNvSpPr txBox="1"/>
          <p:nvPr>
            <p:ph idx="2" type="body"/>
          </p:nvPr>
        </p:nvSpPr>
        <p:spPr>
          <a:xfrm>
            <a:off x="695325" y="549275"/>
            <a:ext cx="9726000" cy="2084400"/>
          </a:xfrm>
          <a:prstGeom prst="rect">
            <a:avLst/>
          </a:prstGeom>
          <a:noFill/>
          <a:ln>
            <a:noFill/>
          </a:ln>
        </p:spPr>
        <p:txBody>
          <a:bodyPr anchorCtr="0" anchor="t" bIns="45700" lIns="91425" spcFirstLastPara="1" rIns="91425" wrap="square" tIns="45700">
            <a:noAutofit/>
          </a:bodyPr>
          <a:lstStyle/>
          <a:p>
            <a:pPr indent="0" lvl="0" marL="0" rtl="0" algn="l">
              <a:spcBef>
                <a:spcPts val="1000"/>
              </a:spcBef>
              <a:spcAft>
                <a:spcPts val="0"/>
              </a:spcAft>
              <a:buClr>
                <a:schemeClr val="dk1"/>
              </a:buClr>
              <a:buSzPts val="1100"/>
              <a:buFont typeface="Arial"/>
              <a:buNone/>
            </a:pPr>
            <a:r>
              <a:rPr b="1" lang="it-IT" sz="2420"/>
              <a:t>Le operazioni HTTP</a:t>
            </a:r>
            <a:endParaRPr sz="2420"/>
          </a:p>
          <a:p>
            <a:pPr indent="0" lvl="0" marL="0" rtl="0" algn="l">
              <a:spcBef>
                <a:spcPts val="1000"/>
              </a:spcBef>
              <a:spcAft>
                <a:spcPts val="0"/>
              </a:spcAft>
              <a:buNone/>
            </a:pPr>
            <a:r>
              <a:rPr lang="it-IT" sz="2420"/>
              <a:t>Le richieste e le risposte HTTP sono messaggi formati da un campo </a:t>
            </a:r>
            <a:r>
              <a:rPr b="1" lang="it-IT" sz="2420"/>
              <a:t>head </a:t>
            </a:r>
            <a:r>
              <a:rPr lang="it-IT" sz="2420"/>
              <a:t>e da un campo </a:t>
            </a:r>
            <a:r>
              <a:rPr b="1" lang="it-IT" sz="2420"/>
              <a:t>body </a:t>
            </a:r>
            <a:r>
              <a:rPr lang="it-IT" sz="2420"/>
              <a:t>separati da una riga vuota. Il campo body è opzionale.</a:t>
            </a:r>
            <a:endParaRPr sz="2420"/>
          </a:p>
        </p:txBody>
      </p:sp>
      <p:pic>
        <p:nvPicPr>
          <p:cNvPr id="184" name="Google Shape;184;g22d2710c5fa_0_147"/>
          <p:cNvPicPr preferRelativeResize="0"/>
          <p:nvPr/>
        </p:nvPicPr>
        <p:blipFill>
          <a:blip r:embed="rId3">
            <a:alphaModFix/>
          </a:blip>
          <a:stretch>
            <a:fillRect/>
          </a:stretch>
        </p:blipFill>
        <p:spPr>
          <a:xfrm>
            <a:off x="6403427" y="2958538"/>
            <a:ext cx="5465200" cy="1697625"/>
          </a:xfrm>
          <a:prstGeom prst="rect">
            <a:avLst/>
          </a:prstGeom>
          <a:noFill/>
          <a:ln>
            <a:noFill/>
          </a:ln>
        </p:spPr>
      </p:pic>
      <p:sp>
        <p:nvSpPr>
          <p:cNvPr id="185" name="Google Shape;185;g22d2710c5fa_0_147"/>
          <p:cNvSpPr txBox="1"/>
          <p:nvPr>
            <p:ph idx="2" type="body"/>
          </p:nvPr>
        </p:nvSpPr>
        <p:spPr>
          <a:xfrm>
            <a:off x="695325" y="2778325"/>
            <a:ext cx="5708100" cy="2084400"/>
          </a:xfrm>
          <a:prstGeom prst="rect">
            <a:avLst/>
          </a:prstGeom>
          <a:noFill/>
          <a:ln>
            <a:noFill/>
          </a:ln>
        </p:spPr>
        <p:txBody>
          <a:bodyPr anchorCtr="0" anchor="t" bIns="45700" lIns="91425" spcFirstLastPara="1" rIns="91425" wrap="square" tIns="45700">
            <a:noAutofit/>
          </a:bodyPr>
          <a:lstStyle/>
          <a:p>
            <a:pPr indent="0" lvl="0" marL="0" rtl="0" algn="l">
              <a:spcBef>
                <a:spcPts val="1000"/>
              </a:spcBef>
              <a:spcAft>
                <a:spcPts val="0"/>
              </a:spcAft>
              <a:buNone/>
            </a:pPr>
            <a:r>
              <a:rPr b="1" lang="it-IT" sz="2420"/>
              <a:t>HTTP request</a:t>
            </a:r>
            <a:endParaRPr b="1" sz="2420"/>
          </a:p>
          <a:p>
            <a:pPr indent="0" lvl="0" marL="0" rtl="0" algn="l">
              <a:spcBef>
                <a:spcPts val="1000"/>
              </a:spcBef>
              <a:spcAft>
                <a:spcPts val="0"/>
              </a:spcAft>
              <a:buNone/>
            </a:pPr>
            <a:r>
              <a:rPr lang="it-IT" sz="2420"/>
              <a:t>Il formato del messaggio HTTP Request inviato dal client al server è mostrato in figura.</a:t>
            </a:r>
            <a:endParaRPr sz="2420"/>
          </a:p>
        </p:txBody>
      </p:sp>
      <p:sp>
        <p:nvSpPr>
          <p:cNvPr id="186" name="Google Shape;186;g22d2710c5fa_0_147"/>
          <p:cNvSpPr txBox="1"/>
          <p:nvPr>
            <p:ph idx="2" type="body"/>
          </p:nvPr>
        </p:nvSpPr>
        <p:spPr>
          <a:xfrm>
            <a:off x="695325" y="5042925"/>
            <a:ext cx="9775200" cy="1265700"/>
          </a:xfrm>
          <a:prstGeom prst="rect">
            <a:avLst/>
          </a:prstGeom>
          <a:noFill/>
          <a:ln>
            <a:noFill/>
          </a:ln>
        </p:spPr>
        <p:txBody>
          <a:bodyPr anchorCtr="0" anchor="t" bIns="45700" lIns="91425" spcFirstLastPara="1" rIns="91425" wrap="square" tIns="45700">
            <a:noAutofit/>
          </a:bodyPr>
          <a:lstStyle/>
          <a:p>
            <a:pPr indent="0" lvl="0" marL="0" rtl="0" algn="l">
              <a:spcBef>
                <a:spcPts val="1000"/>
              </a:spcBef>
              <a:spcAft>
                <a:spcPts val="0"/>
              </a:spcAft>
              <a:buClr>
                <a:schemeClr val="dk1"/>
              </a:buClr>
              <a:buSzPts val="1100"/>
              <a:buFont typeface="Arial"/>
              <a:buNone/>
            </a:pPr>
            <a:r>
              <a:rPr b="1" lang="it-IT" sz="2420"/>
              <a:t>Body</a:t>
            </a:r>
            <a:r>
              <a:rPr lang="it-IT" sz="2420"/>
              <a:t>: non è previsto in tutti i metodi, contiene il payload del messaggio con i dati associati alla richiesta.</a:t>
            </a:r>
            <a:endParaRPr sz="242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g22d8d6ece63_0_2"/>
          <p:cNvSpPr txBox="1"/>
          <p:nvPr>
            <p:ph idx="2" type="body"/>
          </p:nvPr>
        </p:nvSpPr>
        <p:spPr>
          <a:xfrm>
            <a:off x="695325" y="549275"/>
            <a:ext cx="9917400" cy="5668500"/>
          </a:xfrm>
          <a:prstGeom prst="rect">
            <a:avLst/>
          </a:prstGeom>
          <a:noFill/>
          <a:ln>
            <a:noFill/>
          </a:ln>
        </p:spPr>
        <p:txBody>
          <a:bodyPr anchorCtr="0" anchor="t" bIns="45700" lIns="91425" spcFirstLastPara="1" rIns="91425" wrap="square" tIns="45700">
            <a:noAutofit/>
          </a:bodyPr>
          <a:lstStyle/>
          <a:p>
            <a:pPr indent="0" lvl="0" marL="0" rtl="0" algn="l">
              <a:spcBef>
                <a:spcPts val="1000"/>
              </a:spcBef>
              <a:spcAft>
                <a:spcPts val="0"/>
              </a:spcAft>
              <a:buNone/>
            </a:pPr>
            <a:r>
              <a:rPr b="1" lang="it-IT" sz="2420"/>
              <a:t>Head</a:t>
            </a:r>
            <a:r>
              <a:rPr lang="it-IT" sz="2420"/>
              <a:t>: è formato dalla prima riga (obbligatoria) che contiene il comando HTTP (metodo) e da successive linee opzionali che specificano alcuni parametri, uno per riga, con la sintassi </a:t>
            </a:r>
            <a:r>
              <a:rPr lang="it-IT" sz="2420">
                <a:latin typeface="Courier New"/>
                <a:ea typeface="Courier New"/>
                <a:cs typeface="Courier New"/>
                <a:sym typeface="Courier New"/>
              </a:rPr>
              <a:t>nome:valore</a:t>
            </a:r>
            <a:r>
              <a:rPr lang="it-IT" sz="2420"/>
              <a:t>.</a:t>
            </a:r>
            <a:endParaRPr sz="2420"/>
          </a:p>
          <a:p>
            <a:pPr indent="0" lvl="0" marL="0" rtl="0" algn="l">
              <a:spcBef>
                <a:spcPts val="1000"/>
              </a:spcBef>
              <a:spcAft>
                <a:spcPts val="0"/>
              </a:spcAft>
              <a:buClr>
                <a:schemeClr val="dk1"/>
              </a:buClr>
              <a:buSzPts val="1100"/>
              <a:buFont typeface="Arial"/>
              <a:buNone/>
            </a:pPr>
            <a:r>
              <a:rPr lang="it-IT" sz="2420"/>
              <a:t>La prima linea di richiesta è sempre formata da una singola riga e composta da 3 elementi:</a:t>
            </a:r>
            <a:endParaRPr sz="2420"/>
          </a:p>
          <a:p>
            <a:pPr indent="0" lvl="0" marL="0" rtl="0" algn="l">
              <a:spcBef>
                <a:spcPts val="1000"/>
              </a:spcBef>
              <a:spcAft>
                <a:spcPts val="0"/>
              </a:spcAft>
              <a:buNone/>
            </a:pPr>
            <a:r>
              <a:t/>
            </a:r>
            <a:endParaRPr sz="2420"/>
          </a:p>
          <a:p>
            <a:pPr indent="0" lvl="0" marL="0" rtl="0" algn="l">
              <a:spcBef>
                <a:spcPts val="1000"/>
              </a:spcBef>
              <a:spcAft>
                <a:spcPts val="0"/>
              </a:spcAft>
              <a:buNone/>
            </a:pPr>
            <a:r>
              <a:rPr lang="it-IT" sz="2420"/>
              <a:t>La risorsa richiesta al server è identificata dall’URI.</a:t>
            </a:r>
            <a:endParaRPr sz="2420"/>
          </a:p>
          <a:p>
            <a:pPr indent="0" lvl="0" marL="0" rtl="0" algn="l">
              <a:spcBef>
                <a:spcPts val="1000"/>
              </a:spcBef>
              <a:spcAft>
                <a:spcPts val="0"/>
              </a:spcAft>
              <a:buNone/>
            </a:pPr>
            <a:r>
              <a:rPr b="1" lang="it-IT" sz="2420"/>
              <a:t>Body</a:t>
            </a:r>
            <a:r>
              <a:rPr lang="it-IT" sz="2420"/>
              <a:t>: non è previsto in tutti i metodi, contiene il payload del messaggio con i dati associati alla richiesta.</a:t>
            </a:r>
            <a:endParaRPr sz="2420"/>
          </a:p>
        </p:txBody>
      </p:sp>
      <p:pic>
        <p:nvPicPr>
          <p:cNvPr id="192" name="Google Shape;192;g22d8d6ece63_0_2"/>
          <p:cNvPicPr preferRelativeResize="0"/>
          <p:nvPr/>
        </p:nvPicPr>
        <p:blipFill>
          <a:blip r:embed="rId3">
            <a:alphaModFix/>
          </a:blip>
          <a:stretch>
            <a:fillRect/>
          </a:stretch>
        </p:blipFill>
        <p:spPr>
          <a:xfrm>
            <a:off x="4107338" y="3674475"/>
            <a:ext cx="3093364" cy="3354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g22d2710c5fa_0_141"/>
          <p:cNvSpPr txBox="1"/>
          <p:nvPr>
            <p:ph idx="2" type="body"/>
          </p:nvPr>
        </p:nvSpPr>
        <p:spPr>
          <a:xfrm>
            <a:off x="695325" y="973025"/>
            <a:ext cx="3995100" cy="5244900"/>
          </a:xfrm>
          <a:prstGeom prst="rect">
            <a:avLst/>
          </a:prstGeom>
          <a:noFill/>
          <a:ln>
            <a:noFill/>
          </a:ln>
        </p:spPr>
        <p:txBody>
          <a:bodyPr anchorCtr="0" anchor="t" bIns="45700" lIns="91425" spcFirstLastPara="1" rIns="91425" wrap="square" tIns="45700">
            <a:noAutofit/>
          </a:bodyPr>
          <a:lstStyle/>
          <a:p>
            <a:pPr indent="0" lvl="0" marL="0" rtl="0" algn="l">
              <a:spcBef>
                <a:spcPts val="1000"/>
              </a:spcBef>
              <a:spcAft>
                <a:spcPts val="0"/>
              </a:spcAft>
              <a:buNone/>
            </a:pPr>
            <a:r>
              <a:rPr lang="it-IT" sz="2420"/>
              <a:t>Principali metodi presenti in una HTTP Request.</a:t>
            </a:r>
            <a:endParaRPr sz="2420"/>
          </a:p>
          <a:p>
            <a:pPr indent="0" lvl="0" marL="0" rtl="0" algn="l">
              <a:spcBef>
                <a:spcPts val="1000"/>
              </a:spcBef>
              <a:spcAft>
                <a:spcPts val="0"/>
              </a:spcAft>
              <a:buNone/>
            </a:pPr>
            <a:r>
              <a:t/>
            </a:r>
            <a:endParaRPr sz="2420"/>
          </a:p>
          <a:p>
            <a:pPr indent="0" lvl="0" marL="0" rtl="0" algn="l">
              <a:spcBef>
                <a:spcPts val="1000"/>
              </a:spcBef>
              <a:spcAft>
                <a:spcPts val="0"/>
              </a:spcAft>
              <a:buNone/>
            </a:pPr>
            <a:r>
              <a:rPr lang="it-IT" sz="2420"/>
              <a:t>Principali campi opzionali dell’head di una HTTP Request.</a:t>
            </a:r>
            <a:endParaRPr sz="2420"/>
          </a:p>
          <a:p>
            <a:pPr indent="0" lvl="0" marL="0" rtl="0" algn="l">
              <a:spcBef>
                <a:spcPts val="1000"/>
              </a:spcBef>
              <a:spcAft>
                <a:spcPts val="0"/>
              </a:spcAft>
              <a:buNone/>
            </a:pPr>
            <a:r>
              <a:t/>
            </a:r>
            <a:endParaRPr sz="2420"/>
          </a:p>
        </p:txBody>
      </p:sp>
      <p:pic>
        <p:nvPicPr>
          <p:cNvPr id="198" name="Google Shape;198;g22d2710c5fa_0_141"/>
          <p:cNvPicPr preferRelativeResize="0"/>
          <p:nvPr/>
        </p:nvPicPr>
        <p:blipFill>
          <a:blip r:embed="rId3">
            <a:alphaModFix/>
          </a:blip>
          <a:stretch>
            <a:fillRect/>
          </a:stretch>
        </p:blipFill>
        <p:spPr>
          <a:xfrm>
            <a:off x="4759900" y="973025"/>
            <a:ext cx="7196776" cy="491194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22d2710c5fa_0_154"/>
          <p:cNvSpPr txBox="1"/>
          <p:nvPr>
            <p:ph idx="2" type="body"/>
          </p:nvPr>
        </p:nvSpPr>
        <p:spPr>
          <a:xfrm>
            <a:off x="695325" y="549275"/>
            <a:ext cx="9917400" cy="5668500"/>
          </a:xfrm>
          <a:prstGeom prst="rect">
            <a:avLst/>
          </a:prstGeom>
          <a:noFill/>
          <a:ln>
            <a:noFill/>
          </a:ln>
        </p:spPr>
        <p:txBody>
          <a:bodyPr anchorCtr="0" anchor="t" bIns="45700" lIns="91425" spcFirstLastPara="1" rIns="91425" wrap="square" tIns="45700">
            <a:noAutofit/>
          </a:bodyPr>
          <a:lstStyle/>
          <a:p>
            <a:pPr indent="0" lvl="0" marL="0" rtl="0" algn="l">
              <a:spcBef>
                <a:spcPts val="1000"/>
              </a:spcBef>
              <a:spcAft>
                <a:spcPts val="0"/>
              </a:spcAft>
              <a:buClr>
                <a:schemeClr val="dk1"/>
              </a:buClr>
              <a:buSzPts val="1100"/>
              <a:buFont typeface="Arial"/>
              <a:buNone/>
            </a:pPr>
            <a:r>
              <a:rPr b="1" lang="it-IT" sz="2420"/>
              <a:t>HTTP RESPONSE</a:t>
            </a:r>
            <a:endParaRPr b="1" sz="2420"/>
          </a:p>
          <a:p>
            <a:pPr indent="0" lvl="0" marL="0" rtl="0" algn="l">
              <a:spcBef>
                <a:spcPts val="1000"/>
              </a:spcBef>
              <a:spcAft>
                <a:spcPts val="0"/>
              </a:spcAft>
              <a:buClr>
                <a:schemeClr val="dk1"/>
              </a:buClr>
              <a:buSzPts val="1100"/>
              <a:buFont typeface="Arial"/>
              <a:buNone/>
            </a:pPr>
            <a:r>
              <a:rPr lang="it-IT" sz="2420"/>
              <a:t>Il formato del messaggio HTTP Response inviato dal server al client è mostrato nella figura.</a:t>
            </a:r>
            <a:endParaRPr sz="2420"/>
          </a:p>
          <a:p>
            <a:pPr indent="0" lvl="0" marL="0" rtl="0" algn="l">
              <a:spcBef>
                <a:spcPts val="1000"/>
              </a:spcBef>
              <a:spcAft>
                <a:spcPts val="0"/>
              </a:spcAft>
              <a:buNone/>
            </a:pPr>
            <a:r>
              <a:t/>
            </a:r>
            <a:endParaRPr b="1" sz="2420"/>
          </a:p>
          <a:p>
            <a:pPr indent="0" lvl="0" marL="0" rtl="0" algn="l">
              <a:spcBef>
                <a:spcPts val="1000"/>
              </a:spcBef>
              <a:spcAft>
                <a:spcPts val="0"/>
              </a:spcAft>
              <a:buNone/>
            </a:pPr>
            <a:r>
              <a:t/>
            </a:r>
            <a:endParaRPr sz="2420"/>
          </a:p>
        </p:txBody>
      </p:sp>
      <p:pic>
        <p:nvPicPr>
          <p:cNvPr id="204" name="Google Shape;204;g22d2710c5fa_0_154"/>
          <p:cNvPicPr preferRelativeResize="0"/>
          <p:nvPr/>
        </p:nvPicPr>
        <p:blipFill>
          <a:blip r:embed="rId3">
            <a:alphaModFix/>
          </a:blip>
          <a:stretch>
            <a:fillRect/>
          </a:stretch>
        </p:blipFill>
        <p:spPr>
          <a:xfrm>
            <a:off x="2401250" y="2394125"/>
            <a:ext cx="7389499" cy="16913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g22d2710c5fa_0_120"/>
          <p:cNvSpPr txBox="1"/>
          <p:nvPr>
            <p:ph idx="2" type="body"/>
          </p:nvPr>
        </p:nvSpPr>
        <p:spPr>
          <a:xfrm>
            <a:off x="695325" y="549275"/>
            <a:ext cx="9917400" cy="5668500"/>
          </a:xfrm>
          <a:prstGeom prst="rect">
            <a:avLst/>
          </a:prstGeom>
          <a:noFill/>
          <a:ln>
            <a:noFill/>
          </a:ln>
        </p:spPr>
        <p:txBody>
          <a:bodyPr anchorCtr="0" anchor="t" bIns="45700" lIns="91425" spcFirstLastPara="1" rIns="91425" wrap="square" tIns="45700">
            <a:noAutofit/>
          </a:bodyPr>
          <a:lstStyle/>
          <a:p>
            <a:pPr indent="0" lvl="0" marL="0" rtl="0" algn="l">
              <a:spcBef>
                <a:spcPts val="1000"/>
              </a:spcBef>
              <a:spcAft>
                <a:spcPts val="0"/>
              </a:spcAft>
              <a:buNone/>
            </a:pPr>
            <a:r>
              <a:rPr b="1" lang="it-IT" sz="2420"/>
              <a:t>Head</a:t>
            </a:r>
            <a:r>
              <a:rPr lang="it-IT" sz="2420"/>
              <a:t>: è formato dalla prima riga (obbligatoria) che contiene il risultato dell’esecuzione della richiesta (</a:t>
            </a:r>
            <a:r>
              <a:rPr b="1" lang="it-IT" sz="2420"/>
              <a:t>status code</a:t>
            </a:r>
            <a:r>
              <a:rPr lang="it-IT" sz="2420"/>
              <a:t>) e da successive linee opzionali che specificano, una per riga, alcune informazioni sulla risorsa restituita, sul server e sulla connessione, usando la sintassi </a:t>
            </a:r>
            <a:r>
              <a:rPr lang="it-IT" sz="2420">
                <a:latin typeface="Courier New"/>
                <a:ea typeface="Courier New"/>
                <a:cs typeface="Courier New"/>
                <a:sym typeface="Courier New"/>
              </a:rPr>
              <a:t>nome:valore</a:t>
            </a:r>
            <a:r>
              <a:rPr lang="it-IT" sz="2420"/>
              <a:t>.</a:t>
            </a:r>
            <a:endParaRPr sz="2420"/>
          </a:p>
          <a:p>
            <a:pPr indent="0" lvl="0" marL="0" rtl="0" algn="l">
              <a:spcBef>
                <a:spcPts val="1000"/>
              </a:spcBef>
              <a:spcAft>
                <a:spcPts val="0"/>
              </a:spcAft>
              <a:buNone/>
            </a:pPr>
            <a:r>
              <a:rPr lang="it-IT" sz="2420"/>
              <a:t>La prima linea di richiesta è sempre formata da una singola riga e composta da 3 elementi: la versione del protocollo, lo status code e la sua descrizione</a:t>
            </a:r>
            <a:endParaRPr sz="2420"/>
          </a:p>
          <a:p>
            <a:pPr indent="0" lvl="0" marL="0" rtl="0" algn="l">
              <a:spcBef>
                <a:spcPts val="1000"/>
              </a:spcBef>
              <a:spcAft>
                <a:spcPts val="0"/>
              </a:spcAft>
              <a:buNone/>
            </a:pPr>
            <a:r>
              <a:t/>
            </a:r>
            <a:endParaRPr sz="2420"/>
          </a:p>
          <a:p>
            <a:pPr indent="0" lvl="0" marL="0" rtl="0" algn="l">
              <a:spcBef>
                <a:spcPts val="1000"/>
              </a:spcBef>
              <a:spcAft>
                <a:spcPts val="0"/>
              </a:spcAft>
              <a:buNone/>
            </a:pPr>
            <a:r>
              <a:rPr b="1" lang="it-IT" sz="2420"/>
              <a:t>Body</a:t>
            </a:r>
            <a:r>
              <a:rPr lang="it-IT" sz="2420"/>
              <a:t>: non è previsto in tutte le risposte, contiene il payload del messaggio.</a:t>
            </a:r>
            <a:endParaRPr sz="2420"/>
          </a:p>
          <a:p>
            <a:pPr indent="0" lvl="0" marL="0" rtl="0" algn="l">
              <a:spcBef>
                <a:spcPts val="1000"/>
              </a:spcBef>
              <a:spcAft>
                <a:spcPts val="0"/>
              </a:spcAft>
              <a:buNone/>
            </a:pPr>
            <a:r>
              <a:t/>
            </a:r>
            <a:endParaRPr sz="2420"/>
          </a:p>
          <a:p>
            <a:pPr indent="0" lvl="0" marL="0" rtl="0" algn="l">
              <a:spcBef>
                <a:spcPts val="1000"/>
              </a:spcBef>
              <a:spcAft>
                <a:spcPts val="0"/>
              </a:spcAft>
              <a:buNone/>
            </a:pPr>
            <a:r>
              <a:t/>
            </a:r>
            <a:endParaRPr sz="2420"/>
          </a:p>
          <a:p>
            <a:pPr indent="0" lvl="0" marL="0" rtl="0" algn="l">
              <a:spcBef>
                <a:spcPts val="1000"/>
              </a:spcBef>
              <a:spcAft>
                <a:spcPts val="0"/>
              </a:spcAft>
              <a:buNone/>
            </a:pPr>
            <a:r>
              <a:t/>
            </a:r>
            <a:endParaRPr sz="2420"/>
          </a:p>
          <a:p>
            <a:pPr indent="0" lvl="0" marL="0" rtl="0" algn="l">
              <a:spcBef>
                <a:spcPts val="1000"/>
              </a:spcBef>
              <a:spcAft>
                <a:spcPts val="0"/>
              </a:spcAft>
              <a:buNone/>
            </a:pPr>
            <a:r>
              <a:t/>
            </a:r>
            <a:endParaRPr sz="2420"/>
          </a:p>
          <a:p>
            <a:pPr indent="0" lvl="0" marL="0" rtl="0" algn="l">
              <a:spcBef>
                <a:spcPts val="1000"/>
              </a:spcBef>
              <a:spcAft>
                <a:spcPts val="0"/>
              </a:spcAft>
              <a:buNone/>
            </a:pPr>
            <a:r>
              <a:t/>
            </a:r>
            <a:endParaRPr sz="2420"/>
          </a:p>
        </p:txBody>
      </p:sp>
      <p:pic>
        <p:nvPicPr>
          <p:cNvPr id="210" name="Google Shape;210;g22d2710c5fa_0_120"/>
          <p:cNvPicPr preferRelativeResize="0"/>
          <p:nvPr/>
        </p:nvPicPr>
        <p:blipFill>
          <a:blip r:embed="rId3">
            <a:alphaModFix/>
          </a:blip>
          <a:stretch>
            <a:fillRect/>
          </a:stretch>
        </p:blipFill>
        <p:spPr>
          <a:xfrm>
            <a:off x="3492575" y="4439525"/>
            <a:ext cx="4989990" cy="4293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g22d2710c5fa_0_168"/>
          <p:cNvSpPr txBox="1"/>
          <p:nvPr>
            <p:ph idx="2" type="body"/>
          </p:nvPr>
        </p:nvSpPr>
        <p:spPr>
          <a:xfrm>
            <a:off x="695325" y="973025"/>
            <a:ext cx="3995100" cy="5244900"/>
          </a:xfrm>
          <a:prstGeom prst="rect">
            <a:avLst/>
          </a:prstGeom>
          <a:noFill/>
          <a:ln>
            <a:noFill/>
          </a:ln>
        </p:spPr>
        <p:txBody>
          <a:bodyPr anchorCtr="0" anchor="t" bIns="45700" lIns="91425" spcFirstLastPara="1" rIns="91425" wrap="square" tIns="45700">
            <a:noAutofit/>
          </a:bodyPr>
          <a:lstStyle/>
          <a:p>
            <a:pPr indent="0" lvl="0" marL="0" rtl="0" algn="l">
              <a:spcBef>
                <a:spcPts val="1000"/>
              </a:spcBef>
              <a:spcAft>
                <a:spcPts val="0"/>
              </a:spcAft>
              <a:buNone/>
            </a:pPr>
            <a:r>
              <a:rPr lang="it-IT" sz="2420"/>
              <a:t>I principali codici di stato di HTTP Response</a:t>
            </a:r>
            <a:endParaRPr sz="2420"/>
          </a:p>
          <a:p>
            <a:pPr indent="0" lvl="0" marL="0" rtl="0" algn="l">
              <a:spcBef>
                <a:spcPts val="1000"/>
              </a:spcBef>
              <a:spcAft>
                <a:spcPts val="0"/>
              </a:spcAft>
              <a:buNone/>
            </a:pPr>
            <a:r>
              <a:t/>
            </a:r>
            <a:endParaRPr sz="2420"/>
          </a:p>
          <a:p>
            <a:pPr indent="0" lvl="0" marL="0" rtl="0" algn="l">
              <a:spcBef>
                <a:spcPts val="1000"/>
              </a:spcBef>
              <a:spcAft>
                <a:spcPts val="0"/>
              </a:spcAft>
              <a:buNone/>
            </a:pPr>
            <a:r>
              <a:t/>
            </a:r>
            <a:endParaRPr sz="2420"/>
          </a:p>
          <a:p>
            <a:pPr indent="0" lvl="0" marL="0" rtl="0" algn="l">
              <a:spcBef>
                <a:spcPts val="1000"/>
              </a:spcBef>
              <a:spcAft>
                <a:spcPts val="0"/>
              </a:spcAft>
              <a:buNone/>
            </a:pPr>
            <a:r>
              <a:t/>
            </a:r>
            <a:endParaRPr sz="2420"/>
          </a:p>
          <a:p>
            <a:pPr indent="0" lvl="0" marL="0" rtl="0" algn="l">
              <a:spcBef>
                <a:spcPts val="1000"/>
              </a:spcBef>
              <a:spcAft>
                <a:spcPts val="0"/>
              </a:spcAft>
              <a:buNone/>
            </a:pPr>
            <a:r>
              <a:t/>
            </a:r>
            <a:endParaRPr sz="2420"/>
          </a:p>
          <a:p>
            <a:pPr indent="0" lvl="0" marL="0" rtl="0" algn="l">
              <a:spcBef>
                <a:spcPts val="1000"/>
              </a:spcBef>
              <a:spcAft>
                <a:spcPts val="0"/>
              </a:spcAft>
              <a:buNone/>
            </a:pPr>
            <a:r>
              <a:rPr lang="it-IT" sz="2420"/>
              <a:t>I principali campi opzionali della HTTP Response</a:t>
            </a:r>
            <a:endParaRPr sz="2420"/>
          </a:p>
          <a:p>
            <a:pPr indent="0" lvl="0" marL="0" rtl="0" algn="l">
              <a:spcBef>
                <a:spcPts val="1000"/>
              </a:spcBef>
              <a:spcAft>
                <a:spcPts val="0"/>
              </a:spcAft>
              <a:buNone/>
            </a:pPr>
            <a:r>
              <a:t/>
            </a:r>
            <a:endParaRPr sz="2420"/>
          </a:p>
          <a:p>
            <a:pPr indent="0" lvl="0" marL="0" rtl="0" algn="l">
              <a:spcBef>
                <a:spcPts val="1000"/>
              </a:spcBef>
              <a:spcAft>
                <a:spcPts val="0"/>
              </a:spcAft>
              <a:buNone/>
            </a:pPr>
            <a:r>
              <a:t/>
            </a:r>
            <a:endParaRPr sz="2420"/>
          </a:p>
        </p:txBody>
      </p:sp>
      <p:pic>
        <p:nvPicPr>
          <p:cNvPr id="216" name="Google Shape;216;g22d2710c5fa_0_168"/>
          <p:cNvPicPr preferRelativeResize="0"/>
          <p:nvPr/>
        </p:nvPicPr>
        <p:blipFill>
          <a:blip r:embed="rId3">
            <a:alphaModFix/>
          </a:blip>
          <a:stretch>
            <a:fillRect/>
          </a:stretch>
        </p:blipFill>
        <p:spPr>
          <a:xfrm>
            <a:off x="4830975" y="638025"/>
            <a:ext cx="7196776" cy="579884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g22d2710c5fa_0_176"/>
          <p:cNvSpPr txBox="1"/>
          <p:nvPr>
            <p:ph idx="1" type="body"/>
          </p:nvPr>
        </p:nvSpPr>
        <p:spPr>
          <a:xfrm>
            <a:off x="695324" y="549275"/>
            <a:ext cx="9001200" cy="14400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45CCCB"/>
              </a:buClr>
              <a:buSzPts val="2400"/>
              <a:buNone/>
            </a:pPr>
            <a:r>
              <a:rPr lang="it-IT">
                <a:solidFill>
                  <a:srgbClr val="45CCCB"/>
                </a:solidFill>
              </a:rPr>
              <a:t>I </a:t>
            </a:r>
            <a:r>
              <a:rPr lang="it-IT">
                <a:solidFill>
                  <a:srgbClr val="45CCCB"/>
                </a:solidFill>
              </a:rPr>
              <a:t>web service con </a:t>
            </a:r>
            <a:r>
              <a:rPr lang="it-IT">
                <a:solidFill>
                  <a:srgbClr val="45CCCB"/>
                </a:solidFill>
              </a:rPr>
              <a:t>REST</a:t>
            </a:r>
            <a:endParaRPr>
              <a:solidFill>
                <a:srgbClr val="45CCCB"/>
              </a:solidFill>
            </a:endParaRPr>
          </a:p>
          <a:p>
            <a:pPr indent="0" lvl="0" marL="0" rtl="0" algn="l">
              <a:lnSpc>
                <a:spcPct val="100000"/>
              </a:lnSpc>
              <a:spcBef>
                <a:spcPts val="1000"/>
              </a:spcBef>
              <a:spcAft>
                <a:spcPts val="0"/>
              </a:spcAft>
              <a:buClr>
                <a:schemeClr val="accent1"/>
              </a:buClr>
              <a:buSzPts val="2400"/>
              <a:buNone/>
            </a:pPr>
            <a:r>
              <a:t/>
            </a:r>
            <a:endParaRPr>
              <a:solidFill>
                <a:srgbClr val="45CCCB"/>
              </a:solidFill>
            </a:endParaRPr>
          </a:p>
        </p:txBody>
      </p:sp>
      <p:sp>
        <p:nvSpPr>
          <p:cNvPr id="222" name="Google Shape;222;g22d2710c5fa_0_176"/>
          <p:cNvSpPr txBox="1"/>
          <p:nvPr>
            <p:ph idx="2" type="body"/>
          </p:nvPr>
        </p:nvSpPr>
        <p:spPr>
          <a:xfrm>
            <a:off x="695325" y="1631875"/>
            <a:ext cx="9562200" cy="4677000"/>
          </a:xfrm>
          <a:prstGeom prst="rect">
            <a:avLst/>
          </a:prstGeom>
          <a:noFill/>
          <a:ln>
            <a:noFill/>
          </a:ln>
        </p:spPr>
        <p:txBody>
          <a:bodyPr anchorCtr="0" anchor="t" bIns="45700" lIns="91425" spcFirstLastPara="1" rIns="91425" wrap="square" tIns="45700">
            <a:noAutofit/>
          </a:bodyPr>
          <a:lstStyle/>
          <a:p>
            <a:pPr indent="0" lvl="0" marL="0" rtl="0" algn="l">
              <a:lnSpc>
                <a:spcPct val="105000"/>
              </a:lnSpc>
              <a:spcBef>
                <a:spcPts val="1000"/>
              </a:spcBef>
              <a:spcAft>
                <a:spcPts val="0"/>
              </a:spcAft>
              <a:buClr>
                <a:schemeClr val="dk1"/>
              </a:buClr>
              <a:buSzPts val="1100"/>
              <a:buFont typeface="Arial"/>
              <a:buNone/>
            </a:pPr>
            <a:r>
              <a:rPr b="1" lang="it-IT" sz="2440"/>
              <a:t>REST </a:t>
            </a:r>
            <a:r>
              <a:rPr lang="it-IT" sz="2440"/>
              <a:t>è un insieme di linee guida per l’elaborazione distribuita che definiscono principi e vincoli da rispettare per la realizzazione di web service più leggeri rispetto a SOAP.</a:t>
            </a:r>
            <a:endParaRPr sz="2440"/>
          </a:p>
          <a:p>
            <a:pPr indent="0" lvl="0" marL="0" rtl="0" algn="l">
              <a:lnSpc>
                <a:spcPct val="105000"/>
              </a:lnSpc>
              <a:spcBef>
                <a:spcPts val="1000"/>
              </a:spcBef>
              <a:spcAft>
                <a:spcPts val="0"/>
              </a:spcAft>
              <a:buClr>
                <a:schemeClr val="dk1"/>
              </a:buClr>
              <a:buSzPts val="1100"/>
              <a:buFont typeface="Arial"/>
              <a:buNone/>
            </a:pPr>
            <a:r>
              <a:rPr lang="it-IT" sz="2440"/>
              <a:t>In REST è centrale il concetto di risorsa acceduta dal client usando i metodi standard di HTTP.</a:t>
            </a:r>
            <a:endParaRPr sz="244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g22d2710c5fa_0_184"/>
          <p:cNvSpPr txBox="1"/>
          <p:nvPr>
            <p:ph idx="2" type="body"/>
          </p:nvPr>
        </p:nvSpPr>
        <p:spPr>
          <a:xfrm>
            <a:off x="695325" y="549275"/>
            <a:ext cx="10308300" cy="5668500"/>
          </a:xfrm>
          <a:prstGeom prst="rect">
            <a:avLst/>
          </a:prstGeom>
          <a:noFill/>
          <a:ln>
            <a:noFill/>
          </a:ln>
        </p:spPr>
        <p:txBody>
          <a:bodyPr anchorCtr="0" anchor="t" bIns="45700" lIns="91425" spcFirstLastPara="1" rIns="91425" wrap="square" tIns="45700">
            <a:noAutofit/>
          </a:bodyPr>
          <a:lstStyle/>
          <a:p>
            <a:pPr indent="0" lvl="0" marL="0" rtl="0" algn="l">
              <a:lnSpc>
                <a:spcPct val="105000"/>
              </a:lnSpc>
              <a:spcBef>
                <a:spcPts val="1000"/>
              </a:spcBef>
              <a:spcAft>
                <a:spcPts val="0"/>
              </a:spcAft>
              <a:buNone/>
            </a:pPr>
            <a:r>
              <a:rPr lang="it-IT" sz="2440"/>
              <a:t>I principi chiave di REST sono:</a:t>
            </a:r>
            <a:endParaRPr sz="2440"/>
          </a:p>
          <a:p>
            <a:pPr indent="-383540" lvl="0" marL="457200" rtl="0" algn="l">
              <a:lnSpc>
                <a:spcPct val="105000"/>
              </a:lnSpc>
              <a:spcBef>
                <a:spcPts val="1000"/>
              </a:spcBef>
              <a:spcAft>
                <a:spcPts val="0"/>
              </a:spcAft>
              <a:buSzPts val="2440"/>
              <a:buAutoNum type="arabicPeriod"/>
            </a:pPr>
            <a:r>
              <a:rPr lang="it-IT" sz="2440"/>
              <a:t>l’associazione di un identificatore univoco alla risorsa (URI);</a:t>
            </a:r>
            <a:endParaRPr sz="2440"/>
          </a:p>
          <a:p>
            <a:pPr indent="-383540" lvl="0" marL="457200" rtl="0" algn="l">
              <a:lnSpc>
                <a:spcPct val="105000"/>
              </a:lnSpc>
              <a:spcBef>
                <a:spcPts val="0"/>
              </a:spcBef>
              <a:spcAft>
                <a:spcPts val="0"/>
              </a:spcAft>
              <a:buSzPts val="2440"/>
              <a:buAutoNum type="arabicPeriod"/>
            </a:pPr>
            <a:r>
              <a:rPr lang="it-IT" sz="2440"/>
              <a:t>l’utilizzo dei metodi standard di HTTP;</a:t>
            </a:r>
            <a:endParaRPr sz="2440"/>
          </a:p>
          <a:p>
            <a:pPr indent="-383540" lvl="0" marL="457200" rtl="0" algn="l">
              <a:lnSpc>
                <a:spcPct val="105000"/>
              </a:lnSpc>
              <a:spcBef>
                <a:spcPts val="0"/>
              </a:spcBef>
              <a:spcAft>
                <a:spcPts val="0"/>
              </a:spcAft>
              <a:buSzPts val="2440"/>
              <a:buAutoNum type="arabicPeriod"/>
            </a:pPr>
            <a:r>
              <a:rPr lang="it-IT" sz="2440"/>
              <a:t>la gestione di molteplici formati dei dati per descrivere una risorsa;</a:t>
            </a:r>
            <a:endParaRPr sz="2440"/>
          </a:p>
          <a:p>
            <a:pPr indent="-383540" lvl="0" marL="457200" rtl="0" algn="l">
              <a:lnSpc>
                <a:spcPct val="105000"/>
              </a:lnSpc>
              <a:spcBef>
                <a:spcPts val="0"/>
              </a:spcBef>
              <a:spcAft>
                <a:spcPts val="0"/>
              </a:spcAft>
              <a:buSzPts val="2440"/>
              <a:buAutoNum type="arabicPeriod"/>
            </a:pPr>
            <a:r>
              <a:rPr lang="it-IT" sz="2440"/>
              <a:t>una comunicazione tra client e server che non conserva le informazioni sulle sessioni precedenti (stateless).</a:t>
            </a:r>
            <a:endParaRPr sz="2440"/>
          </a:p>
          <a:p>
            <a:pPr indent="0" lvl="0" marL="0" rtl="0" algn="l">
              <a:lnSpc>
                <a:spcPct val="105000"/>
              </a:lnSpc>
              <a:spcBef>
                <a:spcPts val="1000"/>
              </a:spcBef>
              <a:spcAft>
                <a:spcPts val="0"/>
              </a:spcAft>
              <a:buNone/>
            </a:pPr>
            <a:r>
              <a:t/>
            </a:r>
            <a:endParaRPr sz="2440"/>
          </a:p>
          <a:p>
            <a:pPr indent="0" lvl="0" marL="0" rtl="0" algn="l">
              <a:lnSpc>
                <a:spcPct val="105000"/>
              </a:lnSpc>
              <a:spcBef>
                <a:spcPts val="1000"/>
              </a:spcBef>
              <a:spcAft>
                <a:spcPts val="0"/>
              </a:spcAft>
              <a:buNone/>
            </a:pPr>
            <a:r>
              <a:rPr lang="it-IT" sz="2440"/>
              <a:t>Un </a:t>
            </a:r>
            <a:r>
              <a:rPr b="1" lang="it-IT" sz="2440"/>
              <a:t>web service RESTful</a:t>
            </a:r>
            <a:r>
              <a:rPr lang="it-IT" sz="2440"/>
              <a:t> è un servizio con interfacce e meccanismi di accesso alle risorse allineati con i principi REST.</a:t>
            </a:r>
            <a:endParaRPr b="1" sz="242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g22d2710c5fa_0_188"/>
          <p:cNvSpPr txBox="1"/>
          <p:nvPr>
            <p:ph idx="2" type="body"/>
          </p:nvPr>
        </p:nvSpPr>
        <p:spPr>
          <a:xfrm>
            <a:off x="695325" y="549275"/>
            <a:ext cx="10308300" cy="5668500"/>
          </a:xfrm>
          <a:prstGeom prst="rect">
            <a:avLst/>
          </a:prstGeom>
          <a:noFill/>
          <a:ln>
            <a:noFill/>
          </a:ln>
        </p:spPr>
        <p:txBody>
          <a:bodyPr anchorCtr="0" anchor="t" bIns="45700" lIns="91425" spcFirstLastPara="1" rIns="91425" wrap="square" tIns="45700">
            <a:noAutofit/>
          </a:bodyPr>
          <a:lstStyle/>
          <a:p>
            <a:pPr indent="0" lvl="0" marL="0" rtl="0" algn="l">
              <a:lnSpc>
                <a:spcPct val="105000"/>
              </a:lnSpc>
              <a:spcBef>
                <a:spcPts val="1000"/>
              </a:spcBef>
              <a:spcAft>
                <a:spcPts val="0"/>
              </a:spcAft>
              <a:buClr>
                <a:schemeClr val="dk1"/>
              </a:buClr>
              <a:buSzPts val="1100"/>
              <a:buFont typeface="Arial"/>
              <a:buNone/>
            </a:pPr>
            <a:r>
              <a:rPr b="1" lang="it-IT" sz="2440"/>
              <a:t>L’identificazione delle risorse con URI</a:t>
            </a:r>
            <a:endParaRPr b="1" sz="2440"/>
          </a:p>
          <a:p>
            <a:pPr indent="0" lvl="0" marL="0" rtl="0" algn="l">
              <a:lnSpc>
                <a:spcPct val="105000"/>
              </a:lnSpc>
              <a:spcBef>
                <a:spcPts val="1000"/>
              </a:spcBef>
              <a:spcAft>
                <a:spcPts val="0"/>
              </a:spcAft>
              <a:buClr>
                <a:schemeClr val="dk1"/>
              </a:buClr>
              <a:buSzPts val="1100"/>
              <a:buFont typeface="Arial"/>
              <a:buNone/>
            </a:pPr>
            <a:r>
              <a:rPr lang="it-IT" sz="2440"/>
              <a:t>Uno dei principi di REST è l’utilizzo di URI per identificare le risorse, questo rende i web service REST a prima vista simili a pagine web ma esiste un’importante differenza mostrata nella figura: a questi URI non corrispondono risposte come le pagine HTML, leggibili con un normale text editor, ma solo </a:t>
            </a:r>
            <a:r>
              <a:rPr b="1" lang="it-IT" sz="2440"/>
              <a:t>dati </a:t>
            </a:r>
            <a:r>
              <a:rPr lang="it-IT" sz="2440"/>
              <a:t>che vengono elaborati dalle applicazioni client.</a:t>
            </a:r>
            <a:endParaRPr sz="2440"/>
          </a:p>
          <a:p>
            <a:pPr indent="0" lvl="0" marL="0" rtl="0" algn="l">
              <a:lnSpc>
                <a:spcPct val="105000"/>
              </a:lnSpc>
              <a:spcBef>
                <a:spcPts val="1000"/>
              </a:spcBef>
              <a:spcAft>
                <a:spcPts val="0"/>
              </a:spcAft>
              <a:buNone/>
            </a:pPr>
            <a:r>
              <a:t/>
            </a:r>
            <a:endParaRPr sz="2440"/>
          </a:p>
        </p:txBody>
      </p:sp>
      <p:pic>
        <p:nvPicPr>
          <p:cNvPr id="233" name="Google Shape;233;g22d2710c5fa_0_188"/>
          <p:cNvPicPr preferRelativeResize="0"/>
          <p:nvPr/>
        </p:nvPicPr>
        <p:blipFill>
          <a:blip r:embed="rId3">
            <a:alphaModFix/>
          </a:blip>
          <a:stretch>
            <a:fillRect/>
          </a:stretch>
        </p:blipFill>
        <p:spPr>
          <a:xfrm>
            <a:off x="2066925" y="4181250"/>
            <a:ext cx="8058150" cy="11620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g22d2710c5fa_0_194"/>
          <p:cNvSpPr txBox="1"/>
          <p:nvPr>
            <p:ph idx="2" type="body"/>
          </p:nvPr>
        </p:nvSpPr>
        <p:spPr>
          <a:xfrm>
            <a:off x="695325" y="549275"/>
            <a:ext cx="10308300" cy="5668500"/>
          </a:xfrm>
          <a:prstGeom prst="rect">
            <a:avLst/>
          </a:prstGeom>
          <a:noFill/>
          <a:ln>
            <a:noFill/>
          </a:ln>
        </p:spPr>
        <p:txBody>
          <a:bodyPr anchorCtr="0" anchor="t" bIns="45700" lIns="91425" spcFirstLastPara="1" rIns="91425" wrap="square" tIns="45700">
            <a:noAutofit/>
          </a:bodyPr>
          <a:lstStyle/>
          <a:p>
            <a:pPr indent="0" lvl="0" marL="0" rtl="0" algn="l">
              <a:lnSpc>
                <a:spcPct val="105000"/>
              </a:lnSpc>
              <a:spcBef>
                <a:spcPts val="1000"/>
              </a:spcBef>
              <a:spcAft>
                <a:spcPts val="0"/>
              </a:spcAft>
              <a:buNone/>
            </a:pPr>
            <a:r>
              <a:rPr b="1" lang="it-IT" sz="2440"/>
              <a:t>Le regole per la creazione di un URI</a:t>
            </a:r>
            <a:endParaRPr b="1" sz="2440"/>
          </a:p>
          <a:p>
            <a:pPr indent="0" lvl="0" marL="0" rtl="0" algn="l">
              <a:lnSpc>
                <a:spcPct val="105000"/>
              </a:lnSpc>
              <a:spcBef>
                <a:spcPts val="1000"/>
              </a:spcBef>
              <a:spcAft>
                <a:spcPts val="0"/>
              </a:spcAft>
              <a:buNone/>
            </a:pPr>
            <a:r>
              <a:rPr lang="it-IT" sz="2440"/>
              <a:t>Non esiste un criterio per determinare se un URI è migliore di un altro. Un URI è solo una stringa per individuare una risorsa.</a:t>
            </a:r>
            <a:endParaRPr sz="2440"/>
          </a:p>
          <a:p>
            <a:pPr indent="0" lvl="0" marL="0" rtl="0" algn="l">
              <a:lnSpc>
                <a:spcPct val="105000"/>
              </a:lnSpc>
              <a:spcBef>
                <a:spcPts val="1000"/>
              </a:spcBef>
              <a:spcAft>
                <a:spcPts val="0"/>
              </a:spcAft>
              <a:buNone/>
            </a:pPr>
            <a:r>
              <a:rPr lang="it-IT" sz="2440"/>
              <a:t>Vi sono però alcune indicazioni utili per definire degli URI conformi alle regole RESTful per il proprio web service.</a:t>
            </a:r>
            <a:endParaRPr sz="2440"/>
          </a:p>
          <a:p>
            <a:pPr indent="-383540" lvl="0" marL="457200" rtl="0" algn="l">
              <a:lnSpc>
                <a:spcPct val="105000"/>
              </a:lnSpc>
              <a:spcBef>
                <a:spcPts val="1000"/>
              </a:spcBef>
              <a:spcAft>
                <a:spcPts val="0"/>
              </a:spcAft>
              <a:buSzPts val="2440"/>
              <a:buChar char="●"/>
            </a:pPr>
            <a:r>
              <a:rPr lang="it-IT" sz="2440"/>
              <a:t>Usare nomi e non verbi.</a:t>
            </a:r>
            <a:endParaRPr sz="2440"/>
          </a:p>
          <a:p>
            <a:pPr indent="-383540" lvl="0" marL="457200" rtl="0" algn="l">
              <a:lnSpc>
                <a:spcPct val="105000"/>
              </a:lnSpc>
              <a:spcBef>
                <a:spcPts val="0"/>
              </a:spcBef>
              <a:spcAft>
                <a:spcPts val="0"/>
              </a:spcAft>
              <a:buSzPts val="2440"/>
              <a:buChar char="●"/>
            </a:pPr>
            <a:r>
              <a:rPr lang="it-IT" sz="2440"/>
              <a:t>Usare uno schema gerarchico.</a:t>
            </a:r>
            <a:endParaRPr sz="2440"/>
          </a:p>
          <a:p>
            <a:pPr indent="-383540" lvl="0" marL="457200" rtl="0" algn="l">
              <a:lnSpc>
                <a:spcPct val="105000"/>
              </a:lnSpc>
              <a:spcBef>
                <a:spcPts val="0"/>
              </a:spcBef>
              <a:spcAft>
                <a:spcPts val="0"/>
              </a:spcAft>
              <a:buSzPts val="2440"/>
              <a:buChar char="●"/>
            </a:pPr>
            <a:r>
              <a:rPr lang="it-IT" sz="2440"/>
              <a:t>Gli URI possono riferirsi a:</a:t>
            </a:r>
            <a:endParaRPr sz="2440"/>
          </a:p>
          <a:p>
            <a:pPr indent="-383540" lvl="1" marL="914400" rtl="0" algn="l">
              <a:lnSpc>
                <a:spcPct val="105000"/>
              </a:lnSpc>
              <a:spcBef>
                <a:spcPts val="0"/>
              </a:spcBef>
              <a:spcAft>
                <a:spcPts val="0"/>
              </a:spcAft>
              <a:buSzPts val="2440"/>
              <a:buChar char="○"/>
            </a:pPr>
            <a:r>
              <a:rPr lang="it-IT" sz="2440"/>
              <a:t>istanze (una singola risorsa)</a:t>
            </a:r>
            <a:endParaRPr sz="2440"/>
          </a:p>
          <a:p>
            <a:pPr indent="-383540" lvl="1" marL="914400" rtl="0" algn="l">
              <a:lnSpc>
                <a:spcPct val="105000"/>
              </a:lnSpc>
              <a:spcBef>
                <a:spcPts val="0"/>
              </a:spcBef>
              <a:spcAft>
                <a:spcPts val="0"/>
              </a:spcAft>
              <a:buSzPts val="2440"/>
              <a:buChar char="○"/>
            </a:pPr>
            <a:r>
              <a:rPr lang="it-IT" sz="2440"/>
              <a:t>collezioni (un insieme di risorse)</a:t>
            </a:r>
            <a:endParaRPr sz="2440"/>
          </a:p>
          <a:p>
            <a:pPr indent="0" lvl="0" marL="0" rtl="0" algn="l">
              <a:lnSpc>
                <a:spcPct val="105000"/>
              </a:lnSpc>
              <a:spcBef>
                <a:spcPts val="1000"/>
              </a:spcBef>
              <a:spcAft>
                <a:spcPts val="0"/>
              </a:spcAft>
              <a:buNone/>
            </a:pPr>
            <a:r>
              <a:t/>
            </a:r>
            <a:endParaRPr sz="244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g22d2710c5fa_0_201"/>
          <p:cNvSpPr txBox="1"/>
          <p:nvPr>
            <p:ph idx="2" type="body"/>
          </p:nvPr>
        </p:nvSpPr>
        <p:spPr>
          <a:xfrm>
            <a:off x="695325" y="549275"/>
            <a:ext cx="9751500" cy="5668500"/>
          </a:xfrm>
          <a:prstGeom prst="rect">
            <a:avLst/>
          </a:prstGeom>
          <a:noFill/>
          <a:ln>
            <a:noFill/>
          </a:ln>
        </p:spPr>
        <p:txBody>
          <a:bodyPr anchorCtr="0" anchor="t" bIns="45700" lIns="91425" spcFirstLastPara="1" rIns="91425" wrap="square" tIns="45700">
            <a:noAutofit/>
          </a:bodyPr>
          <a:lstStyle/>
          <a:p>
            <a:pPr indent="0" lvl="0" marL="0" rtl="0" algn="l">
              <a:lnSpc>
                <a:spcPct val="105000"/>
              </a:lnSpc>
              <a:spcBef>
                <a:spcPts val="1000"/>
              </a:spcBef>
              <a:spcAft>
                <a:spcPts val="0"/>
              </a:spcAft>
              <a:buNone/>
            </a:pPr>
            <a:r>
              <a:rPr b="1" lang="it-IT" sz="2440"/>
              <a:t>I metodi HTTP e le operazioni CRUD</a:t>
            </a:r>
            <a:endParaRPr b="1" sz="2440"/>
          </a:p>
          <a:p>
            <a:pPr indent="0" lvl="0" marL="0" rtl="0" algn="l">
              <a:lnSpc>
                <a:spcPct val="105000"/>
              </a:lnSpc>
              <a:spcBef>
                <a:spcPts val="1000"/>
              </a:spcBef>
              <a:spcAft>
                <a:spcPts val="0"/>
              </a:spcAft>
              <a:buNone/>
            </a:pPr>
            <a:r>
              <a:rPr lang="it-IT" sz="2440"/>
              <a:t>Con il termine </a:t>
            </a:r>
            <a:r>
              <a:rPr b="1" lang="it-IT" sz="2440"/>
              <a:t>CRUD </a:t>
            </a:r>
            <a:r>
              <a:rPr lang="it-IT" sz="2440"/>
              <a:t>si individuano le quattro tipiche operazioni che si svolgono su un dato memorizzato in un database: </a:t>
            </a:r>
            <a:r>
              <a:rPr b="1" lang="it-IT" sz="2440"/>
              <a:t>Create</a:t>
            </a:r>
            <a:r>
              <a:rPr lang="it-IT" sz="2440"/>
              <a:t>, </a:t>
            </a:r>
            <a:r>
              <a:rPr b="1" lang="it-IT" sz="2440"/>
              <a:t>Read</a:t>
            </a:r>
            <a:r>
              <a:rPr lang="it-IT" sz="2440"/>
              <a:t>, </a:t>
            </a:r>
            <a:r>
              <a:rPr b="1" lang="it-IT" sz="2440"/>
              <a:t>Update </a:t>
            </a:r>
            <a:r>
              <a:rPr lang="it-IT" sz="2440"/>
              <a:t>e </a:t>
            </a:r>
            <a:r>
              <a:rPr b="1" lang="it-IT" sz="2440"/>
              <a:t>Delete</a:t>
            </a:r>
            <a:r>
              <a:rPr lang="it-IT" sz="2440"/>
              <a:t>.</a:t>
            </a:r>
            <a:endParaRPr sz="2440"/>
          </a:p>
          <a:p>
            <a:pPr indent="0" lvl="0" marL="0" rtl="0" algn="l">
              <a:lnSpc>
                <a:spcPct val="105000"/>
              </a:lnSpc>
              <a:spcBef>
                <a:spcPts val="1000"/>
              </a:spcBef>
              <a:spcAft>
                <a:spcPts val="0"/>
              </a:spcAft>
              <a:buNone/>
            </a:pPr>
            <a:r>
              <a:rPr lang="it-IT" sz="2440"/>
              <a:t>Il principio REST che prevede l’utilizzo dei metodi standard di HTTP permette ai web service RESTful la gestione delle risorse con le operazioni CRUD senza richiedere lo sviluppo di ulteriori metodi. La tabella mostra il parallelo tra operazioni CRUD e metodi HTTP.</a:t>
            </a:r>
            <a:endParaRPr sz="2440"/>
          </a:p>
        </p:txBody>
      </p:sp>
      <p:pic>
        <p:nvPicPr>
          <p:cNvPr id="244" name="Google Shape;244;g22d2710c5fa_0_201"/>
          <p:cNvPicPr preferRelativeResize="0"/>
          <p:nvPr/>
        </p:nvPicPr>
        <p:blipFill>
          <a:blip r:embed="rId3">
            <a:alphaModFix/>
          </a:blip>
          <a:stretch>
            <a:fillRect/>
          </a:stretch>
        </p:blipFill>
        <p:spPr>
          <a:xfrm>
            <a:off x="2270850" y="4467313"/>
            <a:ext cx="7981950" cy="19716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g22d2710c5fa_0_207"/>
          <p:cNvSpPr txBox="1"/>
          <p:nvPr>
            <p:ph idx="2" type="body"/>
          </p:nvPr>
        </p:nvSpPr>
        <p:spPr>
          <a:xfrm>
            <a:off x="695325" y="549275"/>
            <a:ext cx="9751500" cy="5668500"/>
          </a:xfrm>
          <a:prstGeom prst="rect">
            <a:avLst/>
          </a:prstGeom>
          <a:noFill/>
          <a:ln>
            <a:noFill/>
          </a:ln>
        </p:spPr>
        <p:txBody>
          <a:bodyPr anchorCtr="0" anchor="t" bIns="45700" lIns="91425" spcFirstLastPara="1" rIns="91425" wrap="square" tIns="45700">
            <a:noAutofit/>
          </a:bodyPr>
          <a:lstStyle/>
          <a:p>
            <a:pPr indent="0" lvl="0" marL="0" rtl="0" algn="l">
              <a:lnSpc>
                <a:spcPct val="105000"/>
              </a:lnSpc>
              <a:spcBef>
                <a:spcPts val="1000"/>
              </a:spcBef>
              <a:spcAft>
                <a:spcPts val="0"/>
              </a:spcAft>
              <a:buClr>
                <a:schemeClr val="dk1"/>
              </a:buClr>
              <a:buSzPts val="1100"/>
              <a:buFont typeface="Arial"/>
              <a:buNone/>
            </a:pPr>
            <a:r>
              <a:rPr b="1" lang="it-IT" sz="2440"/>
              <a:t>Il formato dei dati</a:t>
            </a:r>
            <a:endParaRPr sz="2440"/>
          </a:p>
          <a:p>
            <a:pPr indent="0" lvl="0" marL="0" rtl="0" algn="l">
              <a:lnSpc>
                <a:spcPct val="105000"/>
              </a:lnSpc>
              <a:spcBef>
                <a:spcPts val="1000"/>
              </a:spcBef>
              <a:spcAft>
                <a:spcPts val="0"/>
              </a:spcAft>
              <a:buNone/>
            </a:pPr>
            <a:r>
              <a:rPr lang="it-IT" sz="2440"/>
              <a:t>I principi REST non vincolano le modalità di</a:t>
            </a:r>
            <a:r>
              <a:rPr lang="it-IT" sz="2440"/>
              <a:t> </a:t>
            </a:r>
            <a:r>
              <a:rPr lang="it-IT" sz="2440"/>
              <a:t>rappresentazione di una risorsa. Di fatto, però, è consigliato l’utilizzo di formati il più possibile standard.</a:t>
            </a:r>
            <a:endParaRPr sz="2440"/>
          </a:p>
          <a:p>
            <a:pPr indent="0" lvl="0" marL="0" rtl="0" algn="l">
              <a:lnSpc>
                <a:spcPct val="105000"/>
              </a:lnSpc>
              <a:spcBef>
                <a:spcPts val="1000"/>
              </a:spcBef>
              <a:spcAft>
                <a:spcPts val="0"/>
              </a:spcAft>
              <a:buNone/>
            </a:pPr>
            <a:r>
              <a:rPr lang="it-IT" sz="2440"/>
              <a:t>Sarebbe inoltre opportuno prevedere rappresentazioni multiple di una risorsa. Questa possibilità ha benefici pratici poiché consente di consumare il servizio sia con un’applicazione sia con un comune browser.</a:t>
            </a:r>
            <a:endParaRPr sz="244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g22d2710c5fa_0_213"/>
          <p:cNvSpPr txBox="1"/>
          <p:nvPr>
            <p:ph idx="2" type="body"/>
          </p:nvPr>
        </p:nvSpPr>
        <p:spPr>
          <a:xfrm>
            <a:off x="695325" y="549275"/>
            <a:ext cx="9751500" cy="5668500"/>
          </a:xfrm>
          <a:prstGeom prst="rect">
            <a:avLst/>
          </a:prstGeom>
          <a:noFill/>
          <a:ln>
            <a:noFill/>
          </a:ln>
        </p:spPr>
        <p:txBody>
          <a:bodyPr anchorCtr="0" anchor="t" bIns="45700" lIns="91425" spcFirstLastPara="1" rIns="91425" wrap="square" tIns="45700">
            <a:noAutofit/>
          </a:bodyPr>
          <a:lstStyle/>
          <a:p>
            <a:pPr indent="0" lvl="0" marL="0" rtl="0" algn="l">
              <a:lnSpc>
                <a:spcPct val="105000"/>
              </a:lnSpc>
              <a:spcBef>
                <a:spcPts val="1000"/>
              </a:spcBef>
              <a:spcAft>
                <a:spcPts val="0"/>
              </a:spcAft>
              <a:buNone/>
            </a:pPr>
            <a:r>
              <a:rPr lang="it-IT" sz="2440"/>
              <a:t>Per stabilire qual è il formato di rappresentazione dei dati utilizzato nella comunicazione si ricorre agli attributi opzionali dell’intestazione del messaggio HTTP.</a:t>
            </a:r>
            <a:endParaRPr sz="2440"/>
          </a:p>
          <a:p>
            <a:pPr indent="0" lvl="0" marL="0" rtl="0" algn="l">
              <a:lnSpc>
                <a:spcPct val="105000"/>
              </a:lnSpc>
              <a:spcBef>
                <a:spcPts val="1000"/>
              </a:spcBef>
              <a:spcAft>
                <a:spcPts val="0"/>
              </a:spcAft>
              <a:buNone/>
            </a:pPr>
            <a:r>
              <a:rPr lang="it-IT" sz="2440"/>
              <a:t>In particolare:</a:t>
            </a:r>
            <a:endParaRPr sz="2440"/>
          </a:p>
          <a:p>
            <a:pPr indent="0" lvl="0" marL="0" rtl="0" algn="l">
              <a:lnSpc>
                <a:spcPct val="105000"/>
              </a:lnSpc>
              <a:spcBef>
                <a:spcPts val="1000"/>
              </a:spcBef>
              <a:spcAft>
                <a:spcPts val="0"/>
              </a:spcAft>
              <a:buNone/>
            </a:pPr>
            <a:r>
              <a:rPr lang="it-IT" sz="2440"/>
              <a:t>• </a:t>
            </a:r>
            <a:r>
              <a:rPr b="1" lang="it-IT" sz="2440"/>
              <a:t>Content-Type</a:t>
            </a:r>
            <a:r>
              <a:rPr lang="it-IT" sz="2440"/>
              <a:t>: usato dal client nelle richieste POST e PUT e dal server per indicare il formato dei dati contenuti nel messaggio.</a:t>
            </a:r>
            <a:endParaRPr sz="2440"/>
          </a:p>
          <a:p>
            <a:pPr indent="0" lvl="0" marL="0" rtl="0" algn="l">
              <a:lnSpc>
                <a:spcPct val="105000"/>
              </a:lnSpc>
              <a:spcBef>
                <a:spcPts val="1000"/>
              </a:spcBef>
              <a:spcAft>
                <a:spcPts val="0"/>
              </a:spcAft>
              <a:buNone/>
            </a:pPr>
            <a:r>
              <a:rPr lang="it-IT" sz="2440"/>
              <a:t>• </a:t>
            </a:r>
            <a:r>
              <a:rPr b="1" lang="it-IT" sz="2440"/>
              <a:t>Accept</a:t>
            </a:r>
            <a:r>
              <a:rPr lang="it-IT" sz="2440"/>
              <a:t>: usato dal client nella richiesta GET per specificare il tipo di formato desiderato come risposta.</a:t>
            </a:r>
            <a:endParaRPr sz="244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g22d2710c5fa_0_217"/>
          <p:cNvSpPr txBox="1"/>
          <p:nvPr>
            <p:ph idx="2" type="body"/>
          </p:nvPr>
        </p:nvSpPr>
        <p:spPr>
          <a:xfrm>
            <a:off x="695325" y="549275"/>
            <a:ext cx="9751500" cy="5668500"/>
          </a:xfrm>
          <a:prstGeom prst="rect">
            <a:avLst/>
          </a:prstGeom>
          <a:noFill/>
          <a:ln>
            <a:noFill/>
          </a:ln>
        </p:spPr>
        <p:txBody>
          <a:bodyPr anchorCtr="0" anchor="t" bIns="45700" lIns="91425" spcFirstLastPara="1" rIns="91425" wrap="square" tIns="45700">
            <a:noAutofit/>
          </a:bodyPr>
          <a:lstStyle/>
          <a:p>
            <a:pPr indent="0" lvl="0" marL="0" rtl="0" algn="l">
              <a:lnSpc>
                <a:spcPct val="105000"/>
              </a:lnSpc>
              <a:spcBef>
                <a:spcPts val="1000"/>
              </a:spcBef>
              <a:spcAft>
                <a:spcPts val="0"/>
              </a:spcAft>
              <a:buNone/>
            </a:pPr>
            <a:r>
              <a:rPr b="1" lang="it-IT" sz="2440"/>
              <a:t>La comunicazione stateless</a:t>
            </a:r>
            <a:endParaRPr b="1" sz="2440"/>
          </a:p>
          <a:p>
            <a:pPr indent="0" lvl="0" marL="0" rtl="0" algn="l">
              <a:lnSpc>
                <a:spcPct val="105000"/>
              </a:lnSpc>
              <a:spcBef>
                <a:spcPts val="1000"/>
              </a:spcBef>
              <a:spcAft>
                <a:spcPts val="0"/>
              </a:spcAft>
              <a:buNone/>
            </a:pPr>
            <a:r>
              <a:rPr lang="it-IT" sz="2440"/>
              <a:t>Così come il protocollo HTTP è stateless, anche la comunicazione tra client e server di un web service REST è </a:t>
            </a:r>
            <a:r>
              <a:rPr b="1" lang="it-IT" sz="2440"/>
              <a:t>senza stato</a:t>
            </a:r>
            <a:r>
              <a:rPr lang="it-IT" sz="2440"/>
              <a:t>: ogni richiesta inviata al server è indipendente dalle altre e dovrà includere nell’header o nel body del messaggio HTTP tutti i parametri e i dati necessari al server per generare la risposta.</a:t>
            </a:r>
            <a:endParaRPr sz="2440"/>
          </a:p>
          <a:p>
            <a:pPr indent="0" lvl="0" marL="0" rtl="0" algn="l">
              <a:lnSpc>
                <a:spcPct val="105000"/>
              </a:lnSpc>
              <a:spcBef>
                <a:spcPts val="1000"/>
              </a:spcBef>
              <a:spcAft>
                <a:spcPts val="0"/>
              </a:spcAft>
              <a:buNone/>
            </a:pPr>
            <a:r>
              <a:rPr lang="it-IT" sz="2440"/>
              <a:t>Una comunicazione stateless permette di ottimizzare le prestazioni del web service, semplificando lo sviluppo dei componenti lato server e di scalare l’applicazione su più server (per motivi di fault tolerance o di distribuzione del carico di lavoro).</a:t>
            </a:r>
            <a:endParaRPr sz="244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g22d2710c5fa_0_222"/>
          <p:cNvSpPr txBox="1"/>
          <p:nvPr>
            <p:ph idx="2" type="body"/>
          </p:nvPr>
        </p:nvSpPr>
        <p:spPr>
          <a:xfrm>
            <a:off x="695325" y="549275"/>
            <a:ext cx="9751500" cy="5668500"/>
          </a:xfrm>
          <a:prstGeom prst="rect">
            <a:avLst/>
          </a:prstGeom>
          <a:noFill/>
          <a:ln>
            <a:noFill/>
          </a:ln>
        </p:spPr>
        <p:txBody>
          <a:bodyPr anchorCtr="0" anchor="t" bIns="45700" lIns="91425" spcFirstLastPara="1" rIns="91425" wrap="square" tIns="45700">
            <a:noAutofit/>
          </a:bodyPr>
          <a:lstStyle/>
          <a:p>
            <a:pPr indent="0" lvl="0" marL="0" rtl="0" algn="l">
              <a:lnSpc>
                <a:spcPct val="105000"/>
              </a:lnSpc>
              <a:spcBef>
                <a:spcPts val="1000"/>
              </a:spcBef>
              <a:spcAft>
                <a:spcPts val="0"/>
              </a:spcAft>
              <a:buNone/>
            </a:pPr>
            <a:r>
              <a:rPr lang="it-IT" sz="2440"/>
              <a:t>La tabella elenca i codici tipicamente utilizzati nei web service REST.</a:t>
            </a:r>
            <a:endParaRPr sz="2440"/>
          </a:p>
          <a:p>
            <a:pPr indent="0" lvl="0" marL="0" rtl="0" algn="l">
              <a:lnSpc>
                <a:spcPct val="105000"/>
              </a:lnSpc>
              <a:spcBef>
                <a:spcPts val="1000"/>
              </a:spcBef>
              <a:spcAft>
                <a:spcPts val="0"/>
              </a:spcAft>
              <a:buNone/>
            </a:pPr>
            <a:r>
              <a:t/>
            </a:r>
            <a:endParaRPr b="1" sz="2440"/>
          </a:p>
        </p:txBody>
      </p:sp>
      <p:pic>
        <p:nvPicPr>
          <p:cNvPr id="265" name="Google Shape;265;g22d2710c5fa_0_222"/>
          <p:cNvPicPr preferRelativeResize="0"/>
          <p:nvPr/>
        </p:nvPicPr>
        <p:blipFill>
          <a:blip r:embed="rId3">
            <a:alphaModFix/>
          </a:blip>
          <a:stretch>
            <a:fillRect/>
          </a:stretch>
        </p:blipFill>
        <p:spPr>
          <a:xfrm>
            <a:off x="738188" y="1600200"/>
            <a:ext cx="10715625" cy="36576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ema di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Rosso arancione">
      <a:dk1>
        <a:srgbClr val="000000"/>
      </a:dk1>
      <a:lt1>
        <a:srgbClr val="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2020-03-03T16:06:47Z</dcterms:created>
  <dc:creator>Marta Fioravanti</dc:creator>
</cp:coreProperties>
</file>